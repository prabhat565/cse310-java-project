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4"/>
  </p:notesMasterIdLst>
  <p:handoutMasterIdLst>
    <p:handoutMasterId r:id="rId25"/>
  </p:handoutMasterIdLst>
  <p:sldIdLst>
    <p:sldId id="322" r:id="rId5"/>
    <p:sldId id="323" r:id="rId6"/>
    <p:sldId id="327" r:id="rId7"/>
    <p:sldId id="313" r:id="rId8"/>
    <p:sldId id="324" r:id="rId9"/>
    <p:sldId id="325" r:id="rId10"/>
    <p:sldId id="326" r:id="rId11"/>
    <p:sldId id="328" r:id="rId12"/>
    <p:sldId id="329" r:id="rId13"/>
    <p:sldId id="330" r:id="rId14"/>
    <p:sldId id="331" r:id="rId15"/>
    <p:sldId id="332" r:id="rId16"/>
    <p:sldId id="333" r:id="rId17"/>
    <p:sldId id="334" r:id="rId18"/>
    <p:sldId id="312" r:id="rId19"/>
    <p:sldId id="335" r:id="rId20"/>
    <p:sldId id="336" r:id="rId21"/>
    <p:sldId id="337" r:id="rId22"/>
    <p:sldId id="338" r:id="rId23"/>
  </p:sldIdLst>
  <p:sldSz cx="12188825"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200">
          <p15:clr>
            <a:srgbClr val="A4A3A4"/>
          </p15:clr>
        </p15:guide>
        <p15:guide id="4" orient="horz" pos="1008">
          <p15:clr>
            <a:srgbClr val="A4A3A4"/>
          </p15:clr>
        </p15:guide>
        <p15:guide id="5" orient="horz" pos="3792">
          <p15:clr>
            <a:srgbClr val="A4A3A4"/>
          </p15:clr>
        </p15:guide>
        <p15:guide id="6" orient="horz">
          <p15:clr>
            <a:srgbClr val="A4A3A4"/>
          </p15:clr>
        </p15:guide>
        <p15:guide id="7" orient="horz" pos="3360">
          <p15:clr>
            <a:srgbClr val="A4A3A4"/>
          </p15:clr>
        </p15:guide>
        <p15:guide id="8" orient="horz" pos="3312">
          <p15:clr>
            <a:srgbClr val="A4A3A4"/>
          </p15:clr>
        </p15:guide>
        <p15:guide id="9" orient="horz" pos="240">
          <p15:clr>
            <a:srgbClr val="A4A3A4"/>
          </p15:clr>
        </p15:guide>
        <p15:guide id="10" orient="horz" pos="432">
          <p15:clr>
            <a:srgbClr val="A4A3A4"/>
          </p15:clr>
        </p15:guide>
        <p15:guide id="11" orient="horz" pos="2784">
          <p15:clr>
            <a:srgbClr val="A4A3A4"/>
          </p15:clr>
        </p15:guide>
        <p15:guide id="12" pos="3839">
          <p15:clr>
            <a:srgbClr val="A4A3A4"/>
          </p15:clr>
        </p15:guide>
        <p15:guide id="13" pos="959">
          <p15:clr>
            <a:srgbClr val="A4A3A4"/>
          </p15:clr>
        </p15:guide>
        <p15:guide id="14" pos="6143">
          <p15:clr>
            <a:srgbClr val="A4A3A4"/>
          </p15:clr>
        </p15:guide>
        <p15:guide id="15" pos="1247">
          <p15:clr>
            <a:srgbClr val="A4A3A4"/>
          </p15:clr>
        </p15:guide>
        <p15:guide id="16" pos="7007">
          <p15:clr>
            <a:srgbClr val="A4A3A4"/>
          </p15:clr>
        </p15:guide>
        <p15:guide id="17" pos="5855">
          <p15:clr>
            <a:srgbClr val="A4A3A4"/>
          </p15:clr>
        </p15:guide>
        <p15:guide id="18" pos="671">
          <p15:clr>
            <a:srgbClr val="A4A3A4"/>
          </p15:clr>
        </p15:guide>
        <p15:guide id="19" pos="7151">
          <p15:clr>
            <a:srgbClr val="A4A3A4"/>
          </p15:clr>
        </p15:guide>
        <p15:guide id="20" pos="311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BHAT SHARMA" initials="PS" lastIdx="1" clrIdx="0">
    <p:extLst>
      <p:ext uri="{19B8F6BF-5375-455C-9EA6-DF929625EA0E}">
        <p15:presenceInfo xmlns:p15="http://schemas.microsoft.com/office/powerpoint/2012/main" userId="23567ad877a66af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581" autoAdjust="0"/>
  </p:normalViewPr>
  <p:slideViewPr>
    <p:cSldViewPr showGuides="1">
      <p:cViewPr varScale="1">
        <p:scale>
          <a:sx n="96" d="100"/>
          <a:sy n="96" d="100"/>
        </p:scale>
        <p:origin x="86" y="106"/>
      </p:cViewPr>
      <p:guideLst>
        <p:guide orient="horz" pos="2160"/>
        <p:guide orient="horz" pos="4030"/>
        <p:guide orient="horz" pos="1200"/>
        <p:guide orient="horz" pos="1008"/>
        <p:guide orient="horz" pos="3792"/>
        <p:guide orient="horz"/>
        <p:guide orient="horz" pos="3360"/>
        <p:guide orient="horz" pos="3312"/>
        <p:guide orient="horz" pos="240"/>
        <p:guide orient="horz" pos="432"/>
        <p:guide orient="horz" pos="2784"/>
        <p:guide pos="3839"/>
        <p:guide pos="959"/>
        <p:guide pos="6143"/>
        <p:guide pos="1247"/>
        <p:guide pos="7007"/>
        <p:guide pos="5855"/>
        <p:guide pos="671"/>
        <p:guide pos="7151"/>
        <p:guide pos="3119"/>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79" d="100"/>
          <a:sy n="79" d="100"/>
        </p:scale>
        <p:origin x="249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9DE493-19D7-4EC9-97C9-5F26233F1106}" type="doc">
      <dgm:prSet loTypeId="urn:microsoft.com/office/officeart/2011/layout/ConvergingText" loCatId="process" qsTypeId="urn:microsoft.com/office/officeart/2005/8/quickstyle/3d7" qsCatId="3D" csTypeId="urn:microsoft.com/office/officeart/2005/8/colors/accent1_1" csCatId="accent1" phldr="1"/>
      <dgm:spPr/>
      <dgm:t>
        <a:bodyPr/>
        <a:lstStyle/>
        <a:p>
          <a:endParaRPr lang="en-US"/>
        </a:p>
      </dgm:t>
    </dgm:pt>
    <dgm:pt modelId="{FB986F71-3126-4196-BD30-74AEDC39A1CA}">
      <dgm:prSet phldrT="[Text]"/>
      <dgm:spPr/>
      <dgm:t>
        <a:bodyPr/>
        <a:lstStyle/>
        <a:p>
          <a:r>
            <a:rPr lang="en-US" dirty="0"/>
            <a:t>Step 1 Login</a:t>
          </a:r>
        </a:p>
        <a:p>
          <a:r>
            <a:rPr lang="en-US" dirty="0"/>
            <a:t>           Or</a:t>
          </a:r>
        </a:p>
        <a:p>
          <a:r>
            <a:rPr lang="en-US" dirty="0"/>
            <a:t>              Sign up</a:t>
          </a:r>
        </a:p>
      </dgm:t>
      <dgm:extLst>
        <a:ext uri="{E40237B7-FDA0-4F09-8148-C483321AD2D9}">
          <dgm14:cNvPr xmlns:dgm14="http://schemas.microsoft.com/office/drawing/2010/diagram" id="0" name="" title="Step 1 title"/>
        </a:ext>
      </dgm:extLst>
    </dgm:pt>
    <dgm:pt modelId="{9B3CE34A-9B3E-4D5F-94E0-DFBB94FF5A03}" type="parTrans" cxnId="{1423FC72-83C7-4510-8021-28EAEA493E68}">
      <dgm:prSet/>
      <dgm:spPr/>
      <dgm:t>
        <a:bodyPr/>
        <a:lstStyle/>
        <a:p>
          <a:endParaRPr lang="en-US"/>
        </a:p>
      </dgm:t>
    </dgm:pt>
    <dgm:pt modelId="{D0B150DF-3AA4-454C-8652-25880449C422}" type="sibTrans" cxnId="{1423FC72-83C7-4510-8021-28EAEA493E68}">
      <dgm:prSet/>
      <dgm:spPr/>
      <dgm:t>
        <a:bodyPr/>
        <a:lstStyle/>
        <a:p>
          <a:endParaRPr lang="en-US"/>
        </a:p>
      </dgm:t>
    </dgm:pt>
    <dgm:pt modelId="{AB2E8498-CC81-452F-A895-08F3845AA347}">
      <dgm:prSet phldrT="[Text]" custT="1"/>
      <dgm:spPr/>
      <dgm:t>
        <a:bodyPr/>
        <a:lstStyle/>
        <a:p>
          <a:r>
            <a:rPr lang="en-US" sz="1200" dirty="0"/>
            <a:t>To use this application he/she has to login to the dashboard.</a:t>
          </a:r>
        </a:p>
      </dgm:t>
      <dgm:extLst>
        <a:ext uri="{E40237B7-FDA0-4F09-8148-C483321AD2D9}">
          <dgm14:cNvPr xmlns:dgm14="http://schemas.microsoft.com/office/drawing/2010/diagram" id="0" name="" title="Step 1 task description"/>
        </a:ext>
      </dgm:extLst>
    </dgm:pt>
    <dgm:pt modelId="{4C65E2C8-0CBB-4D8C-AD60-6B0105C62B84}" type="parTrans" cxnId="{2D5B3E3B-3EE5-4072-933E-27DF5400591C}">
      <dgm:prSet/>
      <dgm:spPr/>
      <dgm:t>
        <a:bodyPr/>
        <a:lstStyle/>
        <a:p>
          <a:endParaRPr lang="en-US"/>
        </a:p>
      </dgm:t>
    </dgm:pt>
    <dgm:pt modelId="{9A1F3304-AA9E-4FBC-89BA-9095C80E47C9}" type="sibTrans" cxnId="{2D5B3E3B-3EE5-4072-933E-27DF5400591C}">
      <dgm:prSet/>
      <dgm:spPr/>
      <dgm:t>
        <a:bodyPr/>
        <a:lstStyle/>
        <a:p>
          <a:endParaRPr lang="en-US"/>
        </a:p>
      </dgm:t>
    </dgm:pt>
    <dgm:pt modelId="{F6D27D1B-CDCB-481F-B8FA-AB31B2A119DE}">
      <dgm:prSet phldrT="[Text]"/>
      <dgm:spPr/>
      <dgm:t>
        <a:bodyPr/>
        <a:lstStyle/>
        <a:p>
          <a:r>
            <a:rPr lang="en-US" dirty="0"/>
            <a:t>Step 2 Dashboard</a:t>
          </a:r>
        </a:p>
      </dgm:t>
      <dgm:extLst>
        <a:ext uri="{E40237B7-FDA0-4F09-8148-C483321AD2D9}">
          <dgm14:cNvPr xmlns:dgm14="http://schemas.microsoft.com/office/drawing/2010/diagram" id="0" name="" title="Step 2 title"/>
        </a:ext>
      </dgm:extLst>
    </dgm:pt>
    <dgm:pt modelId="{8A7BF306-8E53-4B16-9E7E-A79AE3DF6BE2}" type="parTrans" cxnId="{A63D53AC-541A-4D09-9620-8B1C8D7B91DE}">
      <dgm:prSet/>
      <dgm:spPr/>
      <dgm:t>
        <a:bodyPr/>
        <a:lstStyle/>
        <a:p>
          <a:endParaRPr lang="en-US"/>
        </a:p>
      </dgm:t>
    </dgm:pt>
    <dgm:pt modelId="{7AEB6639-3258-49E8-8B1F-B4A9C61922BE}" type="sibTrans" cxnId="{A63D53AC-541A-4D09-9620-8B1C8D7B91DE}">
      <dgm:prSet/>
      <dgm:spPr/>
      <dgm:t>
        <a:bodyPr/>
        <a:lstStyle/>
        <a:p>
          <a:endParaRPr lang="en-US"/>
        </a:p>
      </dgm:t>
    </dgm:pt>
    <dgm:pt modelId="{0B00F5A8-A0EF-4111-9D86-004317B4F49E}">
      <dgm:prSet phldrT="[Text]"/>
      <dgm:spPr/>
      <dgm:t>
        <a:bodyPr/>
        <a:lstStyle/>
        <a:p>
          <a:r>
            <a:rPr lang="en-US" dirty="0"/>
            <a:t>In dashboard, user will find total 6 modules:</a:t>
          </a:r>
        </a:p>
      </dgm:t>
      <dgm:extLst>
        <a:ext uri="{E40237B7-FDA0-4F09-8148-C483321AD2D9}">
          <dgm14:cNvPr xmlns:dgm14="http://schemas.microsoft.com/office/drawing/2010/diagram" id="0" name="" title="Step 2 task description"/>
        </a:ext>
      </dgm:extLst>
    </dgm:pt>
    <dgm:pt modelId="{EC916B99-8D26-4265-B7BE-BB461C68DA5C}" type="parTrans" cxnId="{86F910E7-C9D0-48E5-A3A3-C70127E96FC1}">
      <dgm:prSet/>
      <dgm:spPr/>
      <dgm:t>
        <a:bodyPr/>
        <a:lstStyle/>
        <a:p>
          <a:endParaRPr lang="en-US"/>
        </a:p>
      </dgm:t>
    </dgm:pt>
    <dgm:pt modelId="{CE48C676-980A-4BAC-A3C8-9ABC315DAE51}" type="sibTrans" cxnId="{86F910E7-C9D0-48E5-A3A3-C70127E96FC1}">
      <dgm:prSet/>
      <dgm:spPr/>
      <dgm:t>
        <a:bodyPr/>
        <a:lstStyle/>
        <a:p>
          <a:endParaRPr lang="en-US"/>
        </a:p>
      </dgm:t>
    </dgm:pt>
    <dgm:pt modelId="{58828492-5CEF-4AFE-95CB-5D7E6A18158B}">
      <dgm:prSet phldrT="[Text]"/>
      <dgm:spPr/>
      <dgm:t>
        <a:bodyPr/>
        <a:lstStyle/>
        <a:p>
          <a:r>
            <a:rPr lang="en-US" dirty="0"/>
            <a:t>Step 3 short description about all frames</a:t>
          </a:r>
        </a:p>
      </dgm:t>
      <dgm:extLst>
        <a:ext uri="{E40237B7-FDA0-4F09-8148-C483321AD2D9}">
          <dgm14:cNvPr xmlns:dgm14="http://schemas.microsoft.com/office/drawing/2010/diagram" id="0" name="" title="Step 3 title"/>
        </a:ext>
      </dgm:extLst>
    </dgm:pt>
    <dgm:pt modelId="{F664BA43-1B81-496F-A04E-CE4B4A525697}" type="parTrans" cxnId="{ECE9152A-59A8-4A3A-9D34-DB38A074F636}">
      <dgm:prSet/>
      <dgm:spPr/>
      <dgm:t>
        <a:bodyPr/>
        <a:lstStyle/>
        <a:p>
          <a:endParaRPr lang="en-US"/>
        </a:p>
      </dgm:t>
    </dgm:pt>
    <dgm:pt modelId="{2D386477-EC66-449A-8D41-5F8A212C3D8E}" type="sibTrans" cxnId="{ECE9152A-59A8-4A3A-9D34-DB38A074F636}">
      <dgm:prSet/>
      <dgm:spPr/>
      <dgm:t>
        <a:bodyPr/>
        <a:lstStyle/>
        <a:p>
          <a:endParaRPr lang="en-US"/>
        </a:p>
      </dgm:t>
    </dgm:pt>
    <dgm:pt modelId="{68838C34-4D02-49F8-ADD7-BFA90D87B7EA}">
      <dgm:prSet phldrT="[Text]"/>
      <dgm:spPr/>
      <dgm:t>
        <a:bodyPr/>
        <a:lstStyle/>
        <a:p>
          <a:r>
            <a:rPr lang="en-US" dirty="0"/>
            <a:t>About us: will provide info about the creators</a:t>
          </a:r>
        </a:p>
      </dgm:t>
      <dgm:extLst>
        <a:ext uri="{E40237B7-FDA0-4F09-8148-C483321AD2D9}">
          <dgm14:cNvPr xmlns:dgm14="http://schemas.microsoft.com/office/drawing/2010/diagram" id="0" name="" title="Step 3 task description"/>
        </a:ext>
      </dgm:extLst>
    </dgm:pt>
    <dgm:pt modelId="{F2AD00AD-6A23-4C89-A107-68EF5D1F0B94}" type="parTrans" cxnId="{4143D757-8617-4C89-8322-E3B29A1874AF}">
      <dgm:prSet/>
      <dgm:spPr/>
      <dgm:t>
        <a:bodyPr/>
        <a:lstStyle/>
        <a:p>
          <a:endParaRPr lang="en-US"/>
        </a:p>
      </dgm:t>
    </dgm:pt>
    <dgm:pt modelId="{FFC4FCE7-6F2F-4F91-A74A-7C4C32A81657}" type="sibTrans" cxnId="{4143D757-8617-4C89-8322-E3B29A1874AF}">
      <dgm:prSet/>
      <dgm:spPr/>
      <dgm:t>
        <a:bodyPr/>
        <a:lstStyle/>
        <a:p>
          <a:endParaRPr lang="en-US"/>
        </a:p>
      </dgm:t>
    </dgm:pt>
    <dgm:pt modelId="{58515EDA-CA45-4D21-8A67-706828E30E87}">
      <dgm:prSet phldrT="[Text]" custT="1"/>
      <dgm:spPr/>
      <dgm:t>
        <a:bodyPr/>
        <a:lstStyle/>
        <a:p>
          <a:r>
            <a:rPr lang="en-US" sz="1200" dirty="0"/>
            <a:t>If account is not there, he/she can create a new account by clicking on signup button</a:t>
          </a:r>
        </a:p>
      </dgm:t>
      <dgm:extLst>
        <a:ext uri="{E40237B7-FDA0-4F09-8148-C483321AD2D9}">
          <dgm14:cNvPr xmlns:dgm14="http://schemas.microsoft.com/office/drawing/2010/diagram" id="0" name="" title="Step 1 task description"/>
        </a:ext>
      </dgm:extLst>
    </dgm:pt>
    <dgm:pt modelId="{913AD485-344A-4B82-B8BF-410C1BFDAE25}" type="parTrans" cxnId="{3BEA0D0C-406C-4E06-8D5B-2C5415EF4DC7}">
      <dgm:prSet/>
      <dgm:spPr/>
      <dgm:t>
        <a:bodyPr/>
        <a:lstStyle/>
        <a:p>
          <a:endParaRPr lang="en-IN"/>
        </a:p>
      </dgm:t>
    </dgm:pt>
    <dgm:pt modelId="{AEF09187-3C33-46DE-92F7-284DAEB43653}" type="sibTrans" cxnId="{3BEA0D0C-406C-4E06-8D5B-2C5415EF4DC7}">
      <dgm:prSet/>
      <dgm:spPr/>
      <dgm:t>
        <a:bodyPr/>
        <a:lstStyle/>
        <a:p>
          <a:endParaRPr lang="en-IN"/>
        </a:p>
      </dgm:t>
    </dgm:pt>
    <dgm:pt modelId="{BD1965EB-E02D-4973-9747-F8610E5FA630}">
      <dgm:prSet phldrT="[Text]"/>
      <dgm:spPr/>
      <dgm:t>
        <a:bodyPr/>
        <a:lstStyle/>
        <a:p>
          <a:r>
            <a:rPr lang="en-US" dirty="0"/>
            <a:t>About us</a:t>
          </a:r>
        </a:p>
      </dgm:t>
      <dgm:extLst>
        <a:ext uri="{E40237B7-FDA0-4F09-8148-C483321AD2D9}">
          <dgm14:cNvPr xmlns:dgm14="http://schemas.microsoft.com/office/drawing/2010/diagram" id="0" name="" title="Step 2 task description"/>
        </a:ext>
      </dgm:extLst>
    </dgm:pt>
    <dgm:pt modelId="{3C83D595-ECA3-41A6-B384-73C6A18846CC}" type="parTrans" cxnId="{06E124B8-F6CD-4319-B16E-CA9BDCB69164}">
      <dgm:prSet/>
      <dgm:spPr/>
      <dgm:t>
        <a:bodyPr/>
        <a:lstStyle/>
        <a:p>
          <a:endParaRPr lang="en-IN"/>
        </a:p>
      </dgm:t>
    </dgm:pt>
    <dgm:pt modelId="{A18C0247-50DA-4E9A-B155-235C1EC3D4FF}" type="sibTrans" cxnId="{06E124B8-F6CD-4319-B16E-CA9BDCB69164}">
      <dgm:prSet/>
      <dgm:spPr/>
      <dgm:t>
        <a:bodyPr/>
        <a:lstStyle/>
        <a:p>
          <a:endParaRPr lang="en-IN"/>
        </a:p>
      </dgm:t>
    </dgm:pt>
    <dgm:pt modelId="{C5AAE1E4-ABEA-4811-B2B2-61150417E30F}">
      <dgm:prSet phldrT="[Text]"/>
      <dgm:spPr/>
      <dgm:t>
        <a:bodyPr/>
        <a:lstStyle/>
        <a:p>
          <a:r>
            <a:rPr lang="en-US" dirty="0"/>
            <a:t>Working of application</a:t>
          </a:r>
        </a:p>
      </dgm:t>
      <dgm:extLst>
        <a:ext uri="{E40237B7-FDA0-4F09-8148-C483321AD2D9}">
          <dgm14:cNvPr xmlns:dgm14="http://schemas.microsoft.com/office/drawing/2010/diagram" id="0" name="" title="Step 2 task description"/>
        </a:ext>
      </dgm:extLst>
    </dgm:pt>
    <dgm:pt modelId="{1F836528-24B0-41F1-9676-EE6D7C0A6557}" type="parTrans" cxnId="{84E0112D-8B14-4136-B370-15B1C9AAA6E6}">
      <dgm:prSet/>
      <dgm:spPr/>
      <dgm:t>
        <a:bodyPr/>
        <a:lstStyle/>
        <a:p>
          <a:endParaRPr lang="en-IN"/>
        </a:p>
      </dgm:t>
    </dgm:pt>
    <dgm:pt modelId="{35144F01-FFBB-4AD9-B619-95DCCEA61FCA}" type="sibTrans" cxnId="{84E0112D-8B14-4136-B370-15B1C9AAA6E6}">
      <dgm:prSet/>
      <dgm:spPr/>
      <dgm:t>
        <a:bodyPr/>
        <a:lstStyle/>
        <a:p>
          <a:endParaRPr lang="en-IN"/>
        </a:p>
      </dgm:t>
    </dgm:pt>
    <dgm:pt modelId="{5B1CE904-D8B6-4D18-8945-2525D414A8A7}">
      <dgm:prSet phldrT="[Text]"/>
      <dgm:spPr/>
      <dgm:t>
        <a:bodyPr/>
        <a:lstStyle/>
        <a:p>
          <a:r>
            <a:rPr lang="en-US" dirty="0"/>
            <a:t>Demo trial</a:t>
          </a:r>
        </a:p>
      </dgm:t>
      <dgm:extLst>
        <a:ext uri="{E40237B7-FDA0-4F09-8148-C483321AD2D9}">
          <dgm14:cNvPr xmlns:dgm14="http://schemas.microsoft.com/office/drawing/2010/diagram" id="0" name="" title="Step 2 task description"/>
        </a:ext>
      </dgm:extLst>
    </dgm:pt>
    <dgm:pt modelId="{87CF2734-F104-4BD4-88B5-66602CD32133}" type="parTrans" cxnId="{07D4991E-E3CE-482E-B65D-77132904F1C9}">
      <dgm:prSet/>
      <dgm:spPr/>
      <dgm:t>
        <a:bodyPr/>
        <a:lstStyle/>
        <a:p>
          <a:endParaRPr lang="en-IN"/>
        </a:p>
      </dgm:t>
    </dgm:pt>
    <dgm:pt modelId="{3820B67C-7FEF-466D-8791-56FB0D28246D}" type="sibTrans" cxnId="{07D4991E-E3CE-482E-B65D-77132904F1C9}">
      <dgm:prSet/>
      <dgm:spPr/>
      <dgm:t>
        <a:bodyPr/>
        <a:lstStyle/>
        <a:p>
          <a:endParaRPr lang="en-IN"/>
        </a:p>
      </dgm:t>
    </dgm:pt>
    <dgm:pt modelId="{4785D0D9-D776-4647-B5DC-6A86ECD3A487}">
      <dgm:prSet phldrT="[Text]"/>
      <dgm:spPr/>
      <dgm:t>
        <a:bodyPr/>
        <a:lstStyle/>
        <a:p>
          <a:r>
            <a:rPr lang="en-US" dirty="0"/>
            <a:t>Purchase</a:t>
          </a:r>
        </a:p>
      </dgm:t>
      <dgm:extLst>
        <a:ext uri="{E40237B7-FDA0-4F09-8148-C483321AD2D9}">
          <dgm14:cNvPr xmlns:dgm14="http://schemas.microsoft.com/office/drawing/2010/diagram" id="0" name="" title="Step 2 task description"/>
        </a:ext>
      </dgm:extLst>
    </dgm:pt>
    <dgm:pt modelId="{1727F4A1-3EDC-4E98-B900-16E0CB52D4D0}" type="parTrans" cxnId="{6D1B42B9-F5B7-4DE2-8450-E165B8ECD9B6}">
      <dgm:prSet/>
      <dgm:spPr/>
      <dgm:t>
        <a:bodyPr/>
        <a:lstStyle/>
        <a:p>
          <a:endParaRPr lang="en-IN"/>
        </a:p>
      </dgm:t>
    </dgm:pt>
    <dgm:pt modelId="{0B862C29-132C-43E3-B8B6-7F9A56C6F0D5}" type="sibTrans" cxnId="{6D1B42B9-F5B7-4DE2-8450-E165B8ECD9B6}">
      <dgm:prSet/>
      <dgm:spPr/>
      <dgm:t>
        <a:bodyPr/>
        <a:lstStyle/>
        <a:p>
          <a:endParaRPr lang="en-IN"/>
        </a:p>
      </dgm:t>
    </dgm:pt>
    <dgm:pt modelId="{95DF3A11-2A6E-4A1F-B051-91C42E46F245}">
      <dgm:prSet phldrT="[Text]"/>
      <dgm:spPr/>
      <dgm:t>
        <a:bodyPr/>
        <a:lstStyle/>
        <a:p>
          <a:endParaRPr lang="en-IN"/>
        </a:p>
      </dgm:t>
    </dgm:pt>
    <dgm:pt modelId="{30304827-F5A3-4EB5-BE27-882E5DFFD3C7}" type="parTrans" cxnId="{453B2A98-BA47-45F4-8817-4D12974A395F}">
      <dgm:prSet/>
      <dgm:spPr/>
      <dgm:t>
        <a:bodyPr/>
        <a:lstStyle/>
        <a:p>
          <a:endParaRPr lang="en-IN"/>
        </a:p>
      </dgm:t>
    </dgm:pt>
    <dgm:pt modelId="{AC443BD9-796A-4619-8EA8-2EBB5799FB6B}" type="sibTrans" cxnId="{453B2A98-BA47-45F4-8817-4D12974A395F}">
      <dgm:prSet/>
      <dgm:spPr/>
      <dgm:t>
        <a:bodyPr/>
        <a:lstStyle/>
        <a:p>
          <a:endParaRPr lang="en-IN"/>
        </a:p>
      </dgm:t>
    </dgm:pt>
    <dgm:pt modelId="{27D6E1FE-CCBC-4BF7-8BD3-B2589AE5B734}">
      <dgm:prSet phldrT="[Text]"/>
      <dgm:spPr/>
      <dgm:t>
        <a:bodyPr/>
        <a:lstStyle/>
        <a:p>
          <a:endParaRPr lang="en-IN"/>
        </a:p>
      </dgm:t>
    </dgm:pt>
    <dgm:pt modelId="{3706D6DA-1A32-4610-BCD1-61D3C1D18D8E}" type="parTrans" cxnId="{2E03D7E0-965A-4598-8C31-BEE28D45B340}">
      <dgm:prSet/>
      <dgm:spPr/>
      <dgm:t>
        <a:bodyPr/>
        <a:lstStyle/>
        <a:p>
          <a:endParaRPr lang="en-IN"/>
        </a:p>
      </dgm:t>
    </dgm:pt>
    <dgm:pt modelId="{6872854A-FF44-4886-B038-71A1185E0618}" type="sibTrans" cxnId="{2E03D7E0-965A-4598-8C31-BEE28D45B340}">
      <dgm:prSet/>
      <dgm:spPr/>
      <dgm:t>
        <a:bodyPr/>
        <a:lstStyle/>
        <a:p>
          <a:endParaRPr lang="en-IN"/>
        </a:p>
      </dgm:t>
    </dgm:pt>
    <dgm:pt modelId="{BBA1BE87-F725-43A1-BCF3-3BB6DB3BAFE2}">
      <dgm:prSet phldrT="[Text]"/>
      <dgm:spPr/>
      <dgm:t>
        <a:bodyPr/>
        <a:lstStyle/>
        <a:p>
          <a:r>
            <a:rPr lang="en-US" dirty="0"/>
            <a:t>Working: Will help the user to understand the working of the application</a:t>
          </a:r>
        </a:p>
      </dgm:t>
      <dgm:extLst>
        <a:ext uri="{E40237B7-FDA0-4F09-8148-C483321AD2D9}">
          <dgm14:cNvPr xmlns:dgm14="http://schemas.microsoft.com/office/drawing/2010/diagram" id="0" name="" title="Step 3 task description"/>
        </a:ext>
      </dgm:extLst>
    </dgm:pt>
    <dgm:pt modelId="{782367BE-F028-4073-BEF6-7D08733BF2FF}" type="parTrans" cxnId="{5D3FF6E6-558A-42B1-BE43-CEB5BF5BF674}">
      <dgm:prSet/>
      <dgm:spPr/>
      <dgm:t>
        <a:bodyPr/>
        <a:lstStyle/>
        <a:p>
          <a:endParaRPr lang="en-IN"/>
        </a:p>
      </dgm:t>
    </dgm:pt>
    <dgm:pt modelId="{41F4FA54-B427-42B5-8628-539E927FD5C8}" type="sibTrans" cxnId="{5D3FF6E6-558A-42B1-BE43-CEB5BF5BF674}">
      <dgm:prSet/>
      <dgm:spPr/>
      <dgm:t>
        <a:bodyPr/>
        <a:lstStyle/>
        <a:p>
          <a:endParaRPr lang="en-IN"/>
        </a:p>
      </dgm:t>
    </dgm:pt>
    <dgm:pt modelId="{4278C46D-2783-41A4-AD9A-F727486EE8D6}">
      <dgm:prSet phldrT="[Text]"/>
      <dgm:spPr/>
      <dgm:t>
        <a:bodyPr/>
        <a:lstStyle/>
        <a:p>
          <a:r>
            <a:rPr lang="en-US" dirty="0"/>
            <a:t>Demo trial: will help the user to know whether it is user-friendly for him or not </a:t>
          </a:r>
        </a:p>
      </dgm:t>
      <dgm:extLst>
        <a:ext uri="{E40237B7-FDA0-4F09-8148-C483321AD2D9}">
          <dgm14:cNvPr xmlns:dgm14="http://schemas.microsoft.com/office/drawing/2010/diagram" id="0" name="" title="Step 3 task description"/>
        </a:ext>
      </dgm:extLst>
    </dgm:pt>
    <dgm:pt modelId="{ACB993B1-8787-47D9-AF47-C2E402FFD5D9}" type="parTrans" cxnId="{B4E86479-CFE6-4F28-83AA-56A28518A630}">
      <dgm:prSet/>
      <dgm:spPr/>
      <dgm:t>
        <a:bodyPr/>
        <a:lstStyle/>
        <a:p>
          <a:endParaRPr lang="en-IN"/>
        </a:p>
      </dgm:t>
    </dgm:pt>
    <dgm:pt modelId="{705088A9-8120-4565-AAE2-8274E1F9B795}" type="sibTrans" cxnId="{B4E86479-CFE6-4F28-83AA-56A28518A630}">
      <dgm:prSet/>
      <dgm:spPr/>
      <dgm:t>
        <a:bodyPr/>
        <a:lstStyle/>
        <a:p>
          <a:endParaRPr lang="en-IN"/>
        </a:p>
      </dgm:t>
    </dgm:pt>
    <dgm:pt modelId="{80EF348B-3AB3-4C99-AE7D-EB5B14E76ADC}">
      <dgm:prSet phldrT="[Text]"/>
      <dgm:spPr/>
      <dgm:t>
        <a:bodyPr/>
        <a:lstStyle/>
        <a:p>
          <a:r>
            <a:rPr lang="en-US" dirty="0"/>
            <a:t>Purchase: If user is satisfied with its working he/she can purchase it</a:t>
          </a:r>
        </a:p>
      </dgm:t>
      <dgm:extLst>
        <a:ext uri="{E40237B7-FDA0-4F09-8148-C483321AD2D9}">
          <dgm14:cNvPr xmlns:dgm14="http://schemas.microsoft.com/office/drawing/2010/diagram" id="0" name="" title="Step 3 task description"/>
        </a:ext>
      </dgm:extLst>
    </dgm:pt>
    <dgm:pt modelId="{DDD5F14C-DA0B-4DCD-96FB-D9A503BA459B}" type="parTrans" cxnId="{743C7691-BAFF-4F1A-A168-7F0047C9DCC6}">
      <dgm:prSet/>
      <dgm:spPr/>
      <dgm:t>
        <a:bodyPr/>
        <a:lstStyle/>
        <a:p>
          <a:endParaRPr lang="en-IN"/>
        </a:p>
      </dgm:t>
    </dgm:pt>
    <dgm:pt modelId="{FF284226-4DE8-4B9E-917D-8C2312FC5031}" type="sibTrans" cxnId="{743C7691-BAFF-4F1A-A168-7F0047C9DCC6}">
      <dgm:prSet/>
      <dgm:spPr/>
      <dgm:t>
        <a:bodyPr/>
        <a:lstStyle/>
        <a:p>
          <a:endParaRPr lang="en-IN"/>
        </a:p>
      </dgm:t>
    </dgm:pt>
    <dgm:pt modelId="{4889B853-46D6-43CF-A18A-0E22A41E002A}">
      <dgm:prSet phldrT="[Text]"/>
      <dgm:spPr/>
      <dgm:t>
        <a:bodyPr/>
        <a:lstStyle/>
        <a:p>
          <a:r>
            <a:rPr lang="en-US" dirty="0"/>
            <a:t>Feedback: User can give his opinions to the team so that we can improve it.</a:t>
          </a:r>
        </a:p>
      </dgm:t>
      <dgm:extLst>
        <a:ext uri="{E40237B7-FDA0-4F09-8148-C483321AD2D9}">
          <dgm14:cNvPr xmlns:dgm14="http://schemas.microsoft.com/office/drawing/2010/diagram" id="0" name="" title="Step 3 task description"/>
        </a:ext>
      </dgm:extLst>
    </dgm:pt>
    <dgm:pt modelId="{C2A5C0FE-4CF5-40A5-BED3-E1317BEE6E79}" type="parTrans" cxnId="{90D4BDA0-8E19-41EE-8F60-309C62997B0F}">
      <dgm:prSet/>
      <dgm:spPr/>
      <dgm:t>
        <a:bodyPr/>
        <a:lstStyle/>
        <a:p>
          <a:endParaRPr lang="en-IN"/>
        </a:p>
      </dgm:t>
    </dgm:pt>
    <dgm:pt modelId="{BFBC6996-8990-4F0C-86FF-94956C473D96}" type="sibTrans" cxnId="{90D4BDA0-8E19-41EE-8F60-309C62997B0F}">
      <dgm:prSet/>
      <dgm:spPr/>
      <dgm:t>
        <a:bodyPr/>
        <a:lstStyle/>
        <a:p>
          <a:endParaRPr lang="en-IN"/>
        </a:p>
      </dgm:t>
    </dgm:pt>
    <dgm:pt modelId="{ACCE1504-F210-4C8D-A7B8-A95C8BDFCD5F}">
      <dgm:prSet phldrT="[Text]"/>
      <dgm:spPr/>
      <dgm:t>
        <a:bodyPr/>
        <a:lstStyle/>
        <a:p>
          <a:endParaRPr lang="en-IN"/>
        </a:p>
      </dgm:t>
    </dgm:pt>
    <dgm:pt modelId="{552D0C1E-306A-4D8F-9693-F99DBF4B7804}" type="parTrans" cxnId="{136E34B7-E37F-4FCB-BC8F-B7BDD2A9325D}">
      <dgm:prSet/>
      <dgm:spPr/>
      <dgm:t>
        <a:bodyPr/>
        <a:lstStyle/>
        <a:p>
          <a:endParaRPr lang="en-IN"/>
        </a:p>
      </dgm:t>
    </dgm:pt>
    <dgm:pt modelId="{CA8CA484-F76E-4591-A7AD-F7A462130B45}" type="sibTrans" cxnId="{136E34B7-E37F-4FCB-BC8F-B7BDD2A9325D}">
      <dgm:prSet/>
      <dgm:spPr/>
      <dgm:t>
        <a:bodyPr/>
        <a:lstStyle/>
        <a:p>
          <a:endParaRPr lang="en-IN"/>
        </a:p>
      </dgm:t>
    </dgm:pt>
    <dgm:pt modelId="{876BB9F9-2C55-456B-8C1A-F0C2D7F76446}" type="pres">
      <dgm:prSet presAssocID="{0E9DE493-19D7-4EC9-97C9-5F26233F1106}" presName="Name0" presStyleCnt="0">
        <dgm:presLayoutVars>
          <dgm:chMax/>
          <dgm:chPref val="1"/>
          <dgm:dir/>
          <dgm:animOne val="branch"/>
          <dgm:animLvl val="lvl"/>
          <dgm:resizeHandles/>
        </dgm:presLayoutVars>
      </dgm:prSet>
      <dgm:spPr/>
    </dgm:pt>
    <dgm:pt modelId="{56035396-B3C2-435A-8177-445839F1C198}" type="pres">
      <dgm:prSet presAssocID="{FB986F71-3126-4196-BD30-74AEDC39A1CA}" presName="composite" presStyleCnt="0"/>
      <dgm:spPr/>
    </dgm:pt>
    <dgm:pt modelId="{7DFE7BBD-DBA4-467D-A9A0-41C2EB77362B}" type="pres">
      <dgm:prSet presAssocID="{FB986F71-3126-4196-BD30-74AEDC39A1CA}" presName="ParentAccent1" presStyleLbl="alignNode1" presStyleIdx="0" presStyleCnt="129"/>
      <dgm:spPr/>
    </dgm:pt>
    <dgm:pt modelId="{9C06FC9C-FE53-40CE-BA20-0CF6B5ACDC85}" type="pres">
      <dgm:prSet presAssocID="{FB986F71-3126-4196-BD30-74AEDC39A1CA}" presName="ParentAccent2" presStyleLbl="alignNode1" presStyleIdx="1" presStyleCnt="129"/>
      <dgm:spPr/>
    </dgm:pt>
    <dgm:pt modelId="{5E384B5A-CE2D-4B73-B2DA-B9B558E8E16B}" type="pres">
      <dgm:prSet presAssocID="{FB986F71-3126-4196-BD30-74AEDC39A1CA}" presName="ParentAccent3" presStyleLbl="alignNode1" presStyleIdx="2" presStyleCnt="129"/>
      <dgm:spPr/>
    </dgm:pt>
    <dgm:pt modelId="{C17260E3-FBC2-43CE-B268-6E470AFA3ED4}" type="pres">
      <dgm:prSet presAssocID="{FB986F71-3126-4196-BD30-74AEDC39A1CA}" presName="ParentAccent4" presStyleLbl="alignNode1" presStyleIdx="3" presStyleCnt="129"/>
      <dgm:spPr/>
    </dgm:pt>
    <dgm:pt modelId="{7EDD2FDE-4759-42B8-B1F9-79B6161B64E0}" type="pres">
      <dgm:prSet presAssocID="{FB986F71-3126-4196-BD30-74AEDC39A1CA}" presName="ParentAccent5" presStyleLbl="alignNode1" presStyleIdx="4" presStyleCnt="129"/>
      <dgm:spPr/>
    </dgm:pt>
    <dgm:pt modelId="{6D8C5618-85E8-47D4-A769-5AE7DBC9C5B2}" type="pres">
      <dgm:prSet presAssocID="{FB986F71-3126-4196-BD30-74AEDC39A1CA}" presName="ParentAccent6" presStyleLbl="alignNode1" presStyleIdx="5" presStyleCnt="129"/>
      <dgm:spPr/>
    </dgm:pt>
    <dgm:pt modelId="{98796159-D617-41B9-9EAC-D7D291259BBC}" type="pres">
      <dgm:prSet presAssocID="{FB986F71-3126-4196-BD30-74AEDC39A1CA}" presName="ParentAccent7" presStyleLbl="alignNode1" presStyleIdx="6" presStyleCnt="129"/>
      <dgm:spPr/>
    </dgm:pt>
    <dgm:pt modelId="{4EB16760-320B-45ED-BF83-2A235B7E2529}" type="pres">
      <dgm:prSet presAssocID="{FB986F71-3126-4196-BD30-74AEDC39A1CA}" presName="ParentAccent8" presStyleLbl="alignNode1" presStyleIdx="7" presStyleCnt="129"/>
      <dgm:spPr/>
    </dgm:pt>
    <dgm:pt modelId="{C82F6CDF-EEE8-45E9-BDC7-8523E2B334EF}" type="pres">
      <dgm:prSet presAssocID="{FB986F71-3126-4196-BD30-74AEDC39A1CA}" presName="ParentAccent9" presStyleLbl="alignNode1" presStyleIdx="8" presStyleCnt="129"/>
      <dgm:spPr/>
    </dgm:pt>
    <dgm:pt modelId="{3459FCE0-BC3A-479B-88A7-670670B180A0}" type="pres">
      <dgm:prSet presAssocID="{FB986F71-3126-4196-BD30-74AEDC39A1CA}" presName="ParentAccent10" presStyleLbl="alignNode1" presStyleIdx="9" presStyleCnt="129"/>
      <dgm:spPr/>
    </dgm:pt>
    <dgm:pt modelId="{67EE05D3-679F-408A-9B29-626E6CC840B1}" type="pres">
      <dgm:prSet presAssocID="{FB986F71-3126-4196-BD30-74AEDC39A1CA}" presName="Parent" presStyleLbl="alignNode1" presStyleIdx="10" presStyleCnt="129">
        <dgm:presLayoutVars>
          <dgm:chMax val="5"/>
          <dgm:chPref val="3"/>
          <dgm:bulletEnabled val="1"/>
        </dgm:presLayoutVars>
      </dgm:prSet>
      <dgm:spPr/>
    </dgm:pt>
    <dgm:pt modelId="{CE0B87C8-A4F6-4384-806D-6601BC89B88A}" type="pres">
      <dgm:prSet presAssocID="{AB2E8498-CC81-452F-A895-08F3845AA347}" presName="Child1Accent1" presStyleLbl="alignNode1" presStyleIdx="11" presStyleCnt="129"/>
      <dgm:spPr/>
    </dgm:pt>
    <dgm:pt modelId="{A737626E-4620-4735-9C00-F9A4CF1FBFC8}" type="pres">
      <dgm:prSet presAssocID="{AB2E8498-CC81-452F-A895-08F3845AA347}" presName="Child1Accent2" presStyleLbl="alignNode1" presStyleIdx="12" presStyleCnt="129"/>
      <dgm:spPr/>
    </dgm:pt>
    <dgm:pt modelId="{5E1C4858-AF75-4733-9CD0-8F6186A5F99D}" type="pres">
      <dgm:prSet presAssocID="{AB2E8498-CC81-452F-A895-08F3845AA347}" presName="Child1Accent3" presStyleLbl="alignNode1" presStyleIdx="13" presStyleCnt="129"/>
      <dgm:spPr/>
    </dgm:pt>
    <dgm:pt modelId="{50725EFF-49F7-4F67-B9C2-A99BD88B5CDD}" type="pres">
      <dgm:prSet presAssocID="{AB2E8498-CC81-452F-A895-08F3845AA347}" presName="Child1Accent4" presStyleLbl="alignNode1" presStyleIdx="14" presStyleCnt="129"/>
      <dgm:spPr/>
    </dgm:pt>
    <dgm:pt modelId="{5769BEB2-655B-4400-BE8F-50177BA352D3}" type="pres">
      <dgm:prSet presAssocID="{AB2E8498-CC81-452F-A895-08F3845AA347}" presName="Child1Accent5" presStyleLbl="alignNode1" presStyleIdx="15" presStyleCnt="129"/>
      <dgm:spPr/>
    </dgm:pt>
    <dgm:pt modelId="{6D0EA552-5ACF-4E5B-93B2-99BBBAAD2290}" type="pres">
      <dgm:prSet presAssocID="{AB2E8498-CC81-452F-A895-08F3845AA347}" presName="Child1Accent6" presStyleLbl="alignNode1" presStyleIdx="16" presStyleCnt="129"/>
      <dgm:spPr/>
    </dgm:pt>
    <dgm:pt modelId="{44CC0D60-72C4-4484-B9FF-0778946B8838}" type="pres">
      <dgm:prSet presAssocID="{AB2E8498-CC81-452F-A895-08F3845AA347}" presName="Child1Accent7" presStyleLbl="alignNode1" presStyleIdx="17" presStyleCnt="129"/>
      <dgm:spPr/>
    </dgm:pt>
    <dgm:pt modelId="{0706694F-3EC1-4A1A-99C7-56AF9704DA8E}" type="pres">
      <dgm:prSet presAssocID="{AB2E8498-CC81-452F-A895-08F3845AA347}" presName="Child1Accent8" presStyleLbl="alignNode1" presStyleIdx="18" presStyleCnt="129"/>
      <dgm:spPr/>
    </dgm:pt>
    <dgm:pt modelId="{21FAB957-484E-43CF-A1F0-5035C90E9BC3}" type="pres">
      <dgm:prSet presAssocID="{AB2E8498-CC81-452F-A895-08F3845AA347}" presName="Child1Accent9" presStyleLbl="alignNode1" presStyleIdx="19" presStyleCnt="129"/>
      <dgm:spPr/>
    </dgm:pt>
    <dgm:pt modelId="{A4071AFF-609E-4146-A39E-ED99E675E763}" type="pres">
      <dgm:prSet presAssocID="{AB2E8498-CC81-452F-A895-08F3845AA347}" presName="Child1" presStyleLbl="revTx" presStyleIdx="0" presStyleCnt="12">
        <dgm:presLayoutVars>
          <dgm:chMax/>
          <dgm:chPref val="0"/>
          <dgm:bulletEnabled val="1"/>
        </dgm:presLayoutVars>
      </dgm:prSet>
      <dgm:spPr/>
    </dgm:pt>
    <dgm:pt modelId="{24AFF1F6-9649-4B99-A320-6538510BFE20}" type="pres">
      <dgm:prSet presAssocID="{58515EDA-CA45-4D21-8A67-706828E30E87}" presName="Child2Accent1" presStyleLbl="alignNode1" presStyleIdx="20" presStyleCnt="129"/>
      <dgm:spPr/>
    </dgm:pt>
    <dgm:pt modelId="{0BBEC913-F8EB-4856-9AA0-12B3124C6E2E}" type="pres">
      <dgm:prSet presAssocID="{58515EDA-CA45-4D21-8A67-706828E30E87}" presName="Child2Accent2" presStyleLbl="alignNode1" presStyleIdx="21" presStyleCnt="129"/>
      <dgm:spPr/>
    </dgm:pt>
    <dgm:pt modelId="{5822AF1E-F5F5-481E-B287-0CF2A2C6A48E}" type="pres">
      <dgm:prSet presAssocID="{58515EDA-CA45-4D21-8A67-706828E30E87}" presName="Child2Accent3" presStyleLbl="alignNode1" presStyleIdx="22" presStyleCnt="129"/>
      <dgm:spPr/>
    </dgm:pt>
    <dgm:pt modelId="{7ABE7E5F-3553-4D49-8A9E-FBFABEFF244D}" type="pres">
      <dgm:prSet presAssocID="{58515EDA-CA45-4D21-8A67-706828E30E87}" presName="Child2Accent4" presStyleLbl="alignNode1" presStyleIdx="23" presStyleCnt="129"/>
      <dgm:spPr/>
    </dgm:pt>
    <dgm:pt modelId="{4FAE609C-FF03-4804-A5CE-BEB23C5D18EA}" type="pres">
      <dgm:prSet presAssocID="{58515EDA-CA45-4D21-8A67-706828E30E87}" presName="Child2Accent5" presStyleLbl="alignNode1" presStyleIdx="24" presStyleCnt="129"/>
      <dgm:spPr/>
    </dgm:pt>
    <dgm:pt modelId="{EC2A25F5-1C1B-47A3-A8FD-E593929F1C4D}" type="pres">
      <dgm:prSet presAssocID="{58515EDA-CA45-4D21-8A67-706828E30E87}" presName="Child2Accent6" presStyleLbl="alignNode1" presStyleIdx="25" presStyleCnt="129"/>
      <dgm:spPr/>
    </dgm:pt>
    <dgm:pt modelId="{F6B2C769-C5C7-4789-98FD-1F655BC4F701}" type="pres">
      <dgm:prSet presAssocID="{58515EDA-CA45-4D21-8A67-706828E30E87}" presName="Child2Accent7" presStyleLbl="alignNode1" presStyleIdx="26" presStyleCnt="129"/>
      <dgm:spPr/>
    </dgm:pt>
    <dgm:pt modelId="{9BAEE241-E3CD-4FEF-8C1F-60D92962D366}" type="pres">
      <dgm:prSet presAssocID="{58515EDA-CA45-4D21-8A67-706828E30E87}" presName="Child2" presStyleLbl="revTx" presStyleIdx="1" presStyleCnt="12">
        <dgm:presLayoutVars>
          <dgm:chMax/>
          <dgm:chPref val="0"/>
          <dgm:bulletEnabled val="1"/>
        </dgm:presLayoutVars>
      </dgm:prSet>
      <dgm:spPr/>
    </dgm:pt>
    <dgm:pt modelId="{9EB41FA9-3178-43D4-B3A9-E2FF6DC0D06D}" type="pres">
      <dgm:prSet presAssocID="{D0B150DF-3AA4-454C-8652-25880449C422}" presName="sibTrans" presStyleCnt="0"/>
      <dgm:spPr/>
    </dgm:pt>
    <dgm:pt modelId="{9BD89C0E-74E8-4E80-901B-3C5DB520ED77}" type="pres">
      <dgm:prSet presAssocID="{F6D27D1B-CDCB-481F-B8FA-AB31B2A119DE}" presName="composite" presStyleCnt="0"/>
      <dgm:spPr/>
    </dgm:pt>
    <dgm:pt modelId="{D6903E7D-EFA4-431C-942C-F4D48CA3D5E4}" type="pres">
      <dgm:prSet presAssocID="{F6D27D1B-CDCB-481F-B8FA-AB31B2A119DE}" presName="ParentAccent1" presStyleLbl="alignNode1" presStyleIdx="27" presStyleCnt="129"/>
      <dgm:spPr/>
    </dgm:pt>
    <dgm:pt modelId="{1BDCA85C-53D9-4617-BFEA-8A0A8F04BB33}" type="pres">
      <dgm:prSet presAssocID="{F6D27D1B-CDCB-481F-B8FA-AB31B2A119DE}" presName="ParentAccent2" presStyleLbl="alignNode1" presStyleIdx="28" presStyleCnt="129"/>
      <dgm:spPr/>
    </dgm:pt>
    <dgm:pt modelId="{2C22D2B5-3939-4429-9030-D768E1B16D65}" type="pres">
      <dgm:prSet presAssocID="{F6D27D1B-CDCB-481F-B8FA-AB31B2A119DE}" presName="ParentAccent3" presStyleLbl="alignNode1" presStyleIdx="29" presStyleCnt="129"/>
      <dgm:spPr/>
    </dgm:pt>
    <dgm:pt modelId="{043678F8-AD0D-4E5C-894B-676CD8C51245}" type="pres">
      <dgm:prSet presAssocID="{F6D27D1B-CDCB-481F-B8FA-AB31B2A119DE}" presName="ParentAccent4" presStyleLbl="alignNode1" presStyleIdx="30" presStyleCnt="129"/>
      <dgm:spPr/>
    </dgm:pt>
    <dgm:pt modelId="{852D5A80-978A-45E7-82B4-2FAD9BEFFF65}" type="pres">
      <dgm:prSet presAssocID="{F6D27D1B-CDCB-481F-B8FA-AB31B2A119DE}" presName="ParentAccent5" presStyleLbl="alignNode1" presStyleIdx="31" presStyleCnt="129"/>
      <dgm:spPr/>
    </dgm:pt>
    <dgm:pt modelId="{6E12DE54-397A-465C-B548-0080459BC14E}" type="pres">
      <dgm:prSet presAssocID="{F6D27D1B-CDCB-481F-B8FA-AB31B2A119DE}" presName="ParentAccent6" presStyleLbl="alignNode1" presStyleIdx="32" presStyleCnt="129"/>
      <dgm:spPr/>
    </dgm:pt>
    <dgm:pt modelId="{99B6BFC3-3DB0-4278-A7BB-EA59796B7416}" type="pres">
      <dgm:prSet presAssocID="{F6D27D1B-CDCB-481F-B8FA-AB31B2A119DE}" presName="ParentAccent7" presStyleLbl="alignNode1" presStyleIdx="33" presStyleCnt="129"/>
      <dgm:spPr/>
    </dgm:pt>
    <dgm:pt modelId="{1569197D-9F05-4DE1-9447-E2F2B5D832CE}" type="pres">
      <dgm:prSet presAssocID="{F6D27D1B-CDCB-481F-B8FA-AB31B2A119DE}" presName="ParentAccent8" presStyleLbl="alignNode1" presStyleIdx="34" presStyleCnt="129"/>
      <dgm:spPr/>
    </dgm:pt>
    <dgm:pt modelId="{BCA35056-E4F1-484A-B702-8E08FA42FDC8}" type="pres">
      <dgm:prSet presAssocID="{F6D27D1B-CDCB-481F-B8FA-AB31B2A119DE}" presName="ParentAccent9" presStyleLbl="alignNode1" presStyleIdx="35" presStyleCnt="129"/>
      <dgm:spPr/>
    </dgm:pt>
    <dgm:pt modelId="{34B0A0D8-1EE2-4D4F-A10C-0867D9C8E6D8}" type="pres">
      <dgm:prSet presAssocID="{F6D27D1B-CDCB-481F-B8FA-AB31B2A119DE}" presName="ParentAccent10" presStyleLbl="alignNode1" presStyleIdx="36" presStyleCnt="129"/>
      <dgm:spPr/>
    </dgm:pt>
    <dgm:pt modelId="{4F374573-4555-4DFC-8E3E-CD74F49D9B46}" type="pres">
      <dgm:prSet presAssocID="{F6D27D1B-CDCB-481F-B8FA-AB31B2A119DE}" presName="Parent" presStyleLbl="alignNode1" presStyleIdx="37" presStyleCnt="129">
        <dgm:presLayoutVars>
          <dgm:chMax val="5"/>
          <dgm:chPref val="3"/>
          <dgm:bulletEnabled val="1"/>
        </dgm:presLayoutVars>
      </dgm:prSet>
      <dgm:spPr/>
    </dgm:pt>
    <dgm:pt modelId="{4186DF2C-6392-4012-B5C9-70974663B37D}" type="pres">
      <dgm:prSet presAssocID="{0B00F5A8-A0EF-4111-9D86-004317B4F49E}" presName="Child1Accent1" presStyleLbl="alignNode1" presStyleIdx="38" presStyleCnt="129"/>
      <dgm:spPr/>
    </dgm:pt>
    <dgm:pt modelId="{D93C9380-A1DA-495D-AF63-AF99A7143615}" type="pres">
      <dgm:prSet presAssocID="{0B00F5A8-A0EF-4111-9D86-004317B4F49E}" presName="Child1Accent2" presStyleLbl="alignNode1" presStyleIdx="39" presStyleCnt="129"/>
      <dgm:spPr/>
    </dgm:pt>
    <dgm:pt modelId="{AECD700E-0C15-402F-9723-FCC5CC9B0D2B}" type="pres">
      <dgm:prSet presAssocID="{0B00F5A8-A0EF-4111-9D86-004317B4F49E}" presName="Child1Accent3" presStyleLbl="alignNode1" presStyleIdx="40" presStyleCnt="129"/>
      <dgm:spPr/>
    </dgm:pt>
    <dgm:pt modelId="{2E4020C7-5D34-46FB-9127-9D7C7AE39642}" type="pres">
      <dgm:prSet presAssocID="{0B00F5A8-A0EF-4111-9D86-004317B4F49E}" presName="Child1Accent4" presStyleLbl="alignNode1" presStyleIdx="41" presStyleCnt="129"/>
      <dgm:spPr/>
    </dgm:pt>
    <dgm:pt modelId="{FD84014D-F024-4512-9489-E675B259CA02}" type="pres">
      <dgm:prSet presAssocID="{0B00F5A8-A0EF-4111-9D86-004317B4F49E}" presName="Child1Accent5" presStyleLbl="alignNode1" presStyleIdx="42" presStyleCnt="129"/>
      <dgm:spPr/>
    </dgm:pt>
    <dgm:pt modelId="{B230D7D6-0328-43B6-BA1B-38809746550D}" type="pres">
      <dgm:prSet presAssocID="{0B00F5A8-A0EF-4111-9D86-004317B4F49E}" presName="Child1Accent6" presStyleLbl="alignNode1" presStyleIdx="43" presStyleCnt="129"/>
      <dgm:spPr/>
    </dgm:pt>
    <dgm:pt modelId="{A891E4CE-F4AF-4F96-B13D-1E763ADFBE3E}" type="pres">
      <dgm:prSet presAssocID="{0B00F5A8-A0EF-4111-9D86-004317B4F49E}" presName="Child1Accent7" presStyleLbl="alignNode1" presStyleIdx="44" presStyleCnt="129"/>
      <dgm:spPr/>
    </dgm:pt>
    <dgm:pt modelId="{80A57991-8730-40DC-9C5C-133425BB559B}" type="pres">
      <dgm:prSet presAssocID="{0B00F5A8-A0EF-4111-9D86-004317B4F49E}" presName="Child1Accent8" presStyleLbl="alignNode1" presStyleIdx="45" presStyleCnt="129"/>
      <dgm:spPr/>
    </dgm:pt>
    <dgm:pt modelId="{DB8BA744-3D04-4C7B-AFF4-6D3A5CB91D0A}" type="pres">
      <dgm:prSet presAssocID="{0B00F5A8-A0EF-4111-9D86-004317B4F49E}" presName="Child1Accent9" presStyleLbl="alignNode1" presStyleIdx="46" presStyleCnt="129"/>
      <dgm:spPr/>
    </dgm:pt>
    <dgm:pt modelId="{DF985482-4393-42C0-8BBC-2821652EC592}" type="pres">
      <dgm:prSet presAssocID="{0B00F5A8-A0EF-4111-9D86-004317B4F49E}" presName="Child1" presStyleLbl="revTx" presStyleIdx="2" presStyleCnt="12">
        <dgm:presLayoutVars>
          <dgm:chMax/>
          <dgm:chPref val="0"/>
          <dgm:bulletEnabled val="1"/>
        </dgm:presLayoutVars>
      </dgm:prSet>
      <dgm:spPr/>
    </dgm:pt>
    <dgm:pt modelId="{6114E26D-A789-4044-AFA1-296A72FBBB4B}" type="pres">
      <dgm:prSet presAssocID="{BD1965EB-E02D-4973-9747-F8610E5FA630}" presName="Child2Accent1" presStyleLbl="alignNode1" presStyleIdx="47" presStyleCnt="129"/>
      <dgm:spPr/>
    </dgm:pt>
    <dgm:pt modelId="{5FFBF8BC-4724-4E4B-AC48-C8778ACB5F5B}" type="pres">
      <dgm:prSet presAssocID="{BD1965EB-E02D-4973-9747-F8610E5FA630}" presName="Child2Accent2" presStyleLbl="alignNode1" presStyleIdx="48" presStyleCnt="129"/>
      <dgm:spPr/>
    </dgm:pt>
    <dgm:pt modelId="{0D94A855-E4E8-4F98-88DB-B8D09F5A89FF}" type="pres">
      <dgm:prSet presAssocID="{BD1965EB-E02D-4973-9747-F8610E5FA630}" presName="Child2Accent3" presStyleLbl="alignNode1" presStyleIdx="49" presStyleCnt="129"/>
      <dgm:spPr/>
    </dgm:pt>
    <dgm:pt modelId="{6DB89751-2CA1-4B54-AC2C-649F74CC1861}" type="pres">
      <dgm:prSet presAssocID="{BD1965EB-E02D-4973-9747-F8610E5FA630}" presName="Child2Accent4" presStyleLbl="alignNode1" presStyleIdx="50" presStyleCnt="129"/>
      <dgm:spPr/>
    </dgm:pt>
    <dgm:pt modelId="{00CE6C2C-635C-431B-A000-355E836EB8D1}" type="pres">
      <dgm:prSet presAssocID="{BD1965EB-E02D-4973-9747-F8610E5FA630}" presName="Child2Accent5" presStyleLbl="alignNode1" presStyleIdx="51" presStyleCnt="129"/>
      <dgm:spPr/>
    </dgm:pt>
    <dgm:pt modelId="{8ADB2077-77FF-4215-BF16-B93465892B6C}" type="pres">
      <dgm:prSet presAssocID="{BD1965EB-E02D-4973-9747-F8610E5FA630}" presName="Child2Accent6" presStyleLbl="alignNode1" presStyleIdx="52" presStyleCnt="129"/>
      <dgm:spPr/>
    </dgm:pt>
    <dgm:pt modelId="{1CECA02C-65E7-487F-89AC-36381F654E2A}" type="pres">
      <dgm:prSet presAssocID="{BD1965EB-E02D-4973-9747-F8610E5FA630}" presName="Child2Accent7" presStyleLbl="alignNode1" presStyleIdx="53" presStyleCnt="129"/>
      <dgm:spPr/>
    </dgm:pt>
    <dgm:pt modelId="{BE8D97E4-49E4-40F8-87EE-343547F9716A}" type="pres">
      <dgm:prSet presAssocID="{BD1965EB-E02D-4973-9747-F8610E5FA630}" presName="Child2" presStyleLbl="revTx" presStyleIdx="3" presStyleCnt="12">
        <dgm:presLayoutVars>
          <dgm:chMax/>
          <dgm:chPref val="0"/>
          <dgm:bulletEnabled val="1"/>
        </dgm:presLayoutVars>
      </dgm:prSet>
      <dgm:spPr/>
    </dgm:pt>
    <dgm:pt modelId="{1E032E4E-7040-4A05-A785-DAE7172A44F8}" type="pres">
      <dgm:prSet presAssocID="{C5AAE1E4-ABEA-4811-B2B2-61150417E30F}" presName="Child3Accent1" presStyleLbl="alignNode1" presStyleIdx="54" presStyleCnt="129"/>
      <dgm:spPr/>
    </dgm:pt>
    <dgm:pt modelId="{1B72A291-71B3-4F80-86EE-16E7B8B1A48B}" type="pres">
      <dgm:prSet presAssocID="{C5AAE1E4-ABEA-4811-B2B2-61150417E30F}" presName="Child3Accent2" presStyleLbl="alignNode1" presStyleIdx="55" presStyleCnt="129"/>
      <dgm:spPr/>
    </dgm:pt>
    <dgm:pt modelId="{AED18024-B78B-45E1-8771-12716E27AFA4}" type="pres">
      <dgm:prSet presAssocID="{C5AAE1E4-ABEA-4811-B2B2-61150417E30F}" presName="Child3Accent3" presStyleLbl="alignNode1" presStyleIdx="56" presStyleCnt="129"/>
      <dgm:spPr/>
    </dgm:pt>
    <dgm:pt modelId="{BC07A2CC-1BDE-43DB-9AE8-DD54D78094D5}" type="pres">
      <dgm:prSet presAssocID="{C5AAE1E4-ABEA-4811-B2B2-61150417E30F}" presName="Child3Accent4" presStyleLbl="alignNode1" presStyleIdx="57" presStyleCnt="129"/>
      <dgm:spPr/>
    </dgm:pt>
    <dgm:pt modelId="{1482CEED-96F7-44E8-B5D8-75F6856E0990}" type="pres">
      <dgm:prSet presAssocID="{C5AAE1E4-ABEA-4811-B2B2-61150417E30F}" presName="Child3Accent5" presStyleLbl="alignNode1" presStyleIdx="58" presStyleCnt="129"/>
      <dgm:spPr/>
    </dgm:pt>
    <dgm:pt modelId="{C760F2D2-22FF-4021-B213-2634AD1C7191}" type="pres">
      <dgm:prSet presAssocID="{C5AAE1E4-ABEA-4811-B2B2-61150417E30F}" presName="Child3Accent6" presStyleLbl="alignNode1" presStyleIdx="59" presStyleCnt="129"/>
      <dgm:spPr/>
    </dgm:pt>
    <dgm:pt modelId="{42458D48-1DFD-4ED8-8621-2E4D68CE99B6}" type="pres">
      <dgm:prSet presAssocID="{C5AAE1E4-ABEA-4811-B2B2-61150417E30F}" presName="Child3Accent7" presStyleLbl="alignNode1" presStyleIdx="60" presStyleCnt="129"/>
      <dgm:spPr/>
    </dgm:pt>
    <dgm:pt modelId="{76EBC5FE-E427-4B7D-92A6-D692D51FCED4}" type="pres">
      <dgm:prSet presAssocID="{C5AAE1E4-ABEA-4811-B2B2-61150417E30F}" presName="Child3" presStyleLbl="revTx" presStyleIdx="4" presStyleCnt="12">
        <dgm:presLayoutVars>
          <dgm:chMax/>
          <dgm:chPref val="0"/>
          <dgm:bulletEnabled val="1"/>
        </dgm:presLayoutVars>
      </dgm:prSet>
      <dgm:spPr/>
    </dgm:pt>
    <dgm:pt modelId="{855F21B1-4279-461A-8F3A-0F3F736398B4}" type="pres">
      <dgm:prSet presAssocID="{5B1CE904-D8B6-4D18-8945-2525D414A8A7}" presName="Child4Accent1" presStyleLbl="alignNode1" presStyleIdx="61" presStyleCnt="129"/>
      <dgm:spPr/>
    </dgm:pt>
    <dgm:pt modelId="{5B94521D-955D-44AB-A4BD-3ABC04458397}" type="pres">
      <dgm:prSet presAssocID="{5B1CE904-D8B6-4D18-8945-2525D414A8A7}" presName="Child4Accent2" presStyleLbl="alignNode1" presStyleIdx="62" presStyleCnt="129"/>
      <dgm:spPr/>
    </dgm:pt>
    <dgm:pt modelId="{5E2B9B51-0250-4375-A7FD-49D1989F63F3}" type="pres">
      <dgm:prSet presAssocID="{5B1CE904-D8B6-4D18-8945-2525D414A8A7}" presName="Child4Accent3" presStyleLbl="alignNode1" presStyleIdx="63" presStyleCnt="129"/>
      <dgm:spPr/>
    </dgm:pt>
    <dgm:pt modelId="{6A8AB2EC-26B3-4936-A5E7-256969A68A44}" type="pres">
      <dgm:prSet presAssocID="{5B1CE904-D8B6-4D18-8945-2525D414A8A7}" presName="Child4Accent4" presStyleLbl="alignNode1" presStyleIdx="64" presStyleCnt="129"/>
      <dgm:spPr/>
    </dgm:pt>
    <dgm:pt modelId="{1A9CB802-41E5-4BC2-A63F-D74C6B2ADE8D}" type="pres">
      <dgm:prSet presAssocID="{5B1CE904-D8B6-4D18-8945-2525D414A8A7}" presName="Child4Accent5" presStyleLbl="alignNode1" presStyleIdx="65" presStyleCnt="129"/>
      <dgm:spPr/>
    </dgm:pt>
    <dgm:pt modelId="{A229D15B-9BEA-442B-923D-42E949A29C16}" type="pres">
      <dgm:prSet presAssocID="{5B1CE904-D8B6-4D18-8945-2525D414A8A7}" presName="Child4Accent6" presStyleLbl="alignNode1" presStyleIdx="66" presStyleCnt="129"/>
      <dgm:spPr/>
    </dgm:pt>
    <dgm:pt modelId="{D0E6533A-6B7A-4A37-AFAE-BFD7292EB3D6}" type="pres">
      <dgm:prSet presAssocID="{5B1CE904-D8B6-4D18-8945-2525D414A8A7}" presName="Child4Accent7" presStyleLbl="alignNode1" presStyleIdx="67" presStyleCnt="129"/>
      <dgm:spPr/>
    </dgm:pt>
    <dgm:pt modelId="{1FA998BF-4ED9-49F1-B79F-3F6C88FD377A}" type="pres">
      <dgm:prSet presAssocID="{5B1CE904-D8B6-4D18-8945-2525D414A8A7}" presName="Child4Accent8" presStyleLbl="alignNode1" presStyleIdx="68" presStyleCnt="129"/>
      <dgm:spPr/>
    </dgm:pt>
    <dgm:pt modelId="{415C3C6F-45DA-4085-A425-E1394D010237}" type="pres">
      <dgm:prSet presAssocID="{5B1CE904-D8B6-4D18-8945-2525D414A8A7}" presName="Child4" presStyleLbl="revTx" presStyleIdx="5" presStyleCnt="12">
        <dgm:presLayoutVars>
          <dgm:chMax/>
          <dgm:chPref val="0"/>
          <dgm:bulletEnabled val="1"/>
        </dgm:presLayoutVars>
      </dgm:prSet>
      <dgm:spPr/>
    </dgm:pt>
    <dgm:pt modelId="{5D26477C-E935-4484-BC5F-9FB9EC58F4F6}" type="pres">
      <dgm:prSet presAssocID="{4785D0D9-D776-4647-B5DC-6A86ECD3A487}" presName="Child5Accent1" presStyleLbl="alignNode1" presStyleIdx="69" presStyleCnt="129"/>
      <dgm:spPr/>
    </dgm:pt>
    <dgm:pt modelId="{706E272E-8C76-427C-84BE-189AA9289E8C}" type="pres">
      <dgm:prSet presAssocID="{4785D0D9-D776-4647-B5DC-6A86ECD3A487}" presName="Child5Accent2" presStyleLbl="alignNode1" presStyleIdx="70" presStyleCnt="129"/>
      <dgm:spPr/>
    </dgm:pt>
    <dgm:pt modelId="{CD92E915-7E9E-41D3-9AB0-A7624D70CC83}" type="pres">
      <dgm:prSet presAssocID="{4785D0D9-D776-4647-B5DC-6A86ECD3A487}" presName="Child5Accent3" presStyleLbl="alignNode1" presStyleIdx="71" presStyleCnt="129"/>
      <dgm:spPr/>
    </dgm:pt>
    <dgm:pt modelId="{A82D9868-0F18-4F1C-AF07-527ACB6673DE}" type="pres">
      <dgm:prSet presAssocID="{4785D0D9-D776-4647-B5DC-6A86ECD3A487}" presName="Child5Accent4" presStyleLbl="alignNode1" presStyleIdx="72" presStyleCnt="129"/>
      <dgm:spPr/>
    </dgm:pt>
    <dgm:pt modelId="{5F123B90-F3BA-4529-A5DA-A3B8A8452F60}" type="pres">
      <dgm:prSet presAssocID="{4785D0D9-D776-4647-B5DC-6A86ECD3A487}" presName="Child5Accent5" presStyleLbl="alignNode1" presStyleIdx="73" presStyleCnt="129"/>
      <dgm:spPr/>
    </dgm:pt>
    <dgm:pt modelId="{D4487F25-A6B9-4A8E-A147-2209D94BC2CF}" type="pres">
      <dgm:prSet presAssocID="{4785D0D9-D776-4647-B5DC-6A86ECD3A487}" presName="Child5Accent6" presStyleLbl="alignNode1" presStyleIdx="74" presStyleCnt="129"/>
      <dgm:spPr/>
    </dgm:pt>
    <dgm:pt modelId="{E08C6E7A-0555-4717-9029-92D8D072FF0A}" type="pres">
      <dgm:prSet presAssocID="{4785D0D9-D776-4647-B5DC-6A86ECD3A487}" presName="Child5Accent7" presStyleLbl="alignNode1" presStyleIdx="75" presStyleCnt="129"/>
      <dgm:spPr/>
    </dgm:pt>
    <dgm:pt modelId="{6A2B3268-CC36-4D60-85DE-A9A4F294B310}" type="pres">
      <dgm:prSet presAssocID="{4785D0D9-D776-4647-B5DC-6A86ECD3A487}" presName="Child5Accent8" presStyleLbl="alignNode1" presStyleIdx="76" presStyleCnt="129"/>
      <dgm:spPr/>
    </dgm:pt>
    <dgm:pt modelId="{80F9196B-4E1E-4B4D-9AF7-71BA3F788C3B}" type="pres">
      <dgm:prSet presAssocID="{4785D0D9-D776-4647-B5DC-6A86ECD3A487}" presName="Child5Accent9" presStyleLbl="alignNode1" presStyleIdx="77" presStyleCnt="129"/>
      <dgm:spPr/>
    </dgm:pt>
    <dgm:pt modelId="{0451899F-ADE1-415B-B38F-C3FD822B342F}" type="pres">
      <dgm:prSet presAssocID="{4785D0D9-D776-4647-B5DC-6A86ECD3A487}" presName="Child5" presStyleLbl="revTx" presStyleIdx="6" presStyleCnt="12">
        <dgm:presLayoutVars>
          <dgm:chMax/>
          <dgm:chPref val="0"/>
          <dgm:bulletEnabled val="1"/>
        </dgm:presLayoutVars>
      </dgm:prSet>
      <dgm:spPr/>
    </dgm:pt>
    <dgm:pt modelId="{51DF1CC5-4F77-4FE6-A68E-421DA489D4E6}" type="pres">
      <dgm:prSet presAssocID="{7AEB6639-3258-49E8-8B1F-B4A9C61922BE}" presName="sibTrans" presStyleCnt="0"/>
      <dgm:spPr/>
    </dgm:pt>
    <dgm:pt modelId="{E8F2433A-F8DC-4E85-99D9-5714A22F92D7}" type="pres">
      <dgm:prSet presAssocID="{58828492-5CEF-4AFE-95CB-5D7E6A18158B}" presName="composite" presStyleCnt="0"/>
      <dgm:spPr/>
    </dgm:pt>
    <dgm:pt modelId="{211738E6-727B-4159-89A6-1864F3F14529}" type="pres">
      <dgm:prSet presAssocID="{58828492-5CEF-4AFE-95CB-5D7E6A18158B}" presName="ParentAccent1" presStyleLbl="alignNode1" presStyleIdx="78" presStyleCnt="129"/>
      <dgm:spPr/>
    </dgm:pt>
    <dgm:pt modelId="{5FE0A950-ED72-44A3-954E-4B0E22780AC2}" type="pres">
      <dgm:prSet presAssocID="{58828492-5CEF-4AFE-95CB-5D7E6A18158B}" presName="ParentAccent2" presStyleLbl="alignNode1" presStyleIdx="79" presStyleCnt="129"/>
      <dgm:spPr/>
    </dgm:pt>
    <dgm:pt modelId="{13EB7E45-E790-4553-BAB8-BFE98BE99AC8}" type="pres">
      <dgm:prSet presAssocID="{58828492-5CEF-4AFE-95CB-5D7E6A18158B}" presName="ParentAccent3" presStyleLbl="alignNode1" presStyleIdx="80" presStyleCnt="129"/>
      <dgm:spPr/>
    </dgm:pt>
    <dgm:pt modelId="{3EA0DFD9-92D8-4D1D-AB39-2A3A97C3F698}" type="pres">
      <dgm:prSet presAssocID="{58828492-5CEF-4AFE-95CB-5D7E6A18158B}" presName="ParentAccent4" presStyleLbl="alignNode1" presStyleIdx="81" presStyleCnt="129"/>
      <dgm:spPr/>
    </dgm:pt>
    <dgm:pt modelId="{5897F9D3-7D2C-4F7B-A6C7-6975CD08A676}" type="pres">
      <dgm:prSet presAssocID="{58828492-5CEF-4AFE-95CB-5D7E6A18158B}" presName="ParentAccent5" presStyleLbl="alignNode1" presStyleIdx="82" presStyleCnt="129"/>
      <dgm:spPr/>
    </dgm:pt>
    <dgm:pt modelId="{45EF93BB-96A0-4C69-9E56-FEFFF949DE4A}" type="pres">
      <dgm:prSet presAssocID="{58828492-5CEF-4AFE-95CB-5D7E6A18158B}" presName="ParentAccent6" presStyleLbl="alignNode1" presStyleIdx="83" presStyleCnt="129"/>
      <dgm:spPr/>
    </dgm:pt>
    <dgm:pt modelId="{8222C277-92EA-4DBE-BA3B-94997589C0AD}" type="pres">
      <dgm:prSet presAssocID="{58828492-5CEF-4AFE-95CB-5D7E6A18158B}" presName="ParentAccent7" presStyleLbl="alignNode1" presStyleIdx="84" presStyleCnt="129"/>
      <dgm:spPr/>
    </dgm:pt>
    <dgm:pt modelId="{3629436D-77FD-4663-9907-157A8BD2831B}" type="pres">
      <dgm:prSet presAssocID="{58828492-5CEF-4AFE-95CB-5D7E6A18158B}" presName="ParentAccent8" presStyleLbl="alignNode1" presStyleIdx="85" presStyleCnt="129"/>
      <dgm:spPr/>
    </dgm:pt>
    <dgm:pt modelId="{804F62B8-3368-42D4-9874-5EAF5D8B9137}" type="pres">
      <dgm:prSet presAssocID="{58828492-5CEF-4AFE-95CB-5D7E6A18158B}" presName="ParentAccent9" presStyleLbl="alignNode1" presStyleIdx="86" presStyleCnt="129"/>
      <dgm:spPr/>
    </dgm:pt>
    <dgm:pt modelId="{70F3FF15-62AE-4627-B0C0-4E7C20FC261E}" type="pres">
      <dgm:prSet presAssocID="{58828492-5CEF-4AFE-95CB-5D7E6A18158B}" presName="ParentAccent10" presStyleLbl="alignNode1" presStyleIdx="87" presStyleCnt="129"/>
      <dgm:spPr/>
    </dgm:pt>
    <dgm:pt modelId="{357D1351-4D07-45BF-9477-23D0D0988B4B}" type="pres">
      <dgm:prSet presAssocID="{58828492-5CEF-4AFE-95CB-5D7E6A18158B}" presName="Parent" presStyleLbl="alignNode1" presStyleIdx="88" presStyleCnt="129">
        <dgm:presLayoutVars>
          <dgm:chMax val="5"/>
          <dgm:chPref val="3"/>
          <dgm:bulletEnabled val="1"/>
        </dgm:presLayoutVars>
      </dgm:prSet>
      <dgm:spPr/>
    </dgm:pt>
    <dgm:pt modelId="{7E48DD3A-65E4-4083-96EC-082E6D509E57}" type="pres">
      <dgm:prSet presAssocID="{68838C34-4D02-49F8-ADD7-BFA90D87B7EA}" presName="Child1Accent1" presStyleLbl="alignNode1" presStyleIdx="89" presStyleCnt="129"/>
      <dgm:spPr/>
    </dgm:pt>
    <dgm:pt modelId="{24400918-6680-4DDA-B584-0E00738A1543}" type="pres">
      <dgm:prSet presAssocID="{68838C34-4D02-49F8-ADD7-BFA90D87B7EA}" presName="Child1Accent2" presStyleLbl="alignNode1" presStyleIdx="90" presStyleCnt="129"/>
      <dgm:spPr/>
    </dgm:pt>
    <dgm:pt modelId="{17289202-95F8-42CB-8421-3023D2D1E892}" type="pres">
      <dgm:prSet presAssocID="{68838C34-4D02-49F8-ADD7-BFA90D87B7EA}" presName="Child1Accent3" presStyleLbl="alignNode1" presStyleIdx="91" presStyleCnt="129"/>
      <dgm:spPr/>
    </dgm:pt>
    <dgm:pt modelId="{BD3B24E9-D507-4369-983C-077EEDD3B0B9}" type="pres">
      <dgm:prSet presAssocID="{68838C34-4D02-49F8-ADD7-BFA90D87B7EA}" presName="Child1Accent4" presStyleLbl="alignNode1" presStyleIdx="92" presStyleCnt="129"/>
      <dgm:spPr/>
    </dgm:pt>
    <dgm:pt modelId="{61B77463-F85A-4824-98E6-A33C33B4BB97}" type="pres">
      <dgm:prSet presAssocID="{68838C34-4D02-49F8-ADD7-BFA90D87B7EA}" presName="Child1Accent5" presStyleLbl="alignNode1" presStyleIdx="93" presStyleCnt="129"/>
      <dgm:spPr/>
    </dgm:pt>
    <dgm:pt modelId="{39309FAB-1E2C-4E72-BE51-E3CEC4E7EF9D}" type="pres">
      <dgm:prSet presAssocID="{68838C34-4D02-49F8-ADD7-BFA90D87B7EA}" presName="Child1Accent6" presStyleLbl="alignNode1" presStyleIdx="94" presStyleCnt="129"/>
      <dgm:spPr/>
    </dgm:pt>
    <dgm:pt modelId="{46BB86AD-6576-49D6-B090-7F7645AFDAF5}" type="pres">
      <dgm:prSet presAssocID="{68838C34-4D02-49F8-ADD7-BFA90D87B7EA}" presName="Child1Accent7" presStyleLbl="alignNode1" presStyleIdx="95" presStyleCnt="129"/>
      <dgm:spPr/>
    </dgm:pt>
    <dgm:pt modelId="{C81FE52F-8D7C-4360-8267-74FA3BE082C1}" type="pres">
      <dgm:prSet presAssocID="{68838C34-4D02-49F8-ADD7-BFA90D87B7EA}" presName="Child1Accent8" presStyleLbl="alignNode1" presStyleIdx="96" presStyleCnt="129"/>
      <dgm:spPr/>
    </dgm:pt>
    <dgm:pt modelId="{1933B1FB-11B8-434B-BFF5-ADC83950DB41}" type="pres">
      <dgm:prSet presAssocID="{68838C34-4D02-49F8-ADD7-BFA90D87B7EA}" presName="Child1Accent9" presStyleLbl="alignNode1" presStyleIdx="97" presStyleCnt="129"/>
      <dgm:spPr/>
    </dgm:pt>
    <dgm:pt modelId="{CC71BCB8-7615-41A4-9974-A0695006B6E7}" type="pres">
      <dgm:prSet presAssocID="{68838C34-4D02-49F8-ADD7-BFA90D87B7EA}" presName="Child1" presStyleLbl="revTx" presStyleIdx="7" presStyleCnt="12">
        <dgm:presLayoutVars>
          <dgm:chMax/>
          <dgm:chPref val="0"/>
          <dgm:bulletEnabled val="1"/>
        </dgm:presLayoutVars>
      </dgm:prSet>
      <dgm:spPr/>
    </dgm:pt>
    <dgm:pt modelId="{52A56CDE-0D46-4365-8568-DD71BC77E770}" type="pres">
      <dgm:prSet presAssocID="{BBA1BE87-F725-43A1-BCF3-3BB6DB3BAFE2}" presName="Child2Accent1" presStyleLbl="alignNode1" presStyleIdx="98" presStyleCnt="129"/>
      <dgm:spPr/>
    </dgm:pt>
    <dgm:pt modelId="{49E747EC-B4AD-4783-8077-D2CE9A614AB2}" type="pres">
      <dgm:prSet presAssocID="{BBA1BE87-F725-43A1-BCF3-3BB6DB3BAFE2}" presName="Child2Accent2" presStyleLbl="alignNode1" presStyleIdx="99" presStyleCnt="129"/>
      <dgm:spPr/>
    </dgm:pt>
    <dgm:pt modelId="{2B3CCBB0-ED20-493E-AEF7-91D9961C30F3}" type="pres">
      <dgm:prSet presAssocID="{BBA1BE87-F725-43A1-BCF3-3BB6DB3BAFE2}" presName="Child2Accent3" presStyleLbl="alignNode1" presStyleIdx="100" presStyleCnt="129"/>
      <dgm:spPr/>
    </dgm:pt>
    <dgm:pt modelId="{D1BC2AAE-47C5-435A-A971-34BEB1D82A3C}" type="pres">
      <dgm:prSet presAssocID="{BBA1BE87-F725-43A1-BCF3-3BB6DB3BAFE2}" presName="Child2Accent4" presStyleLbl="alignNode1" presStyleIdx="101" presStyleCnt="129"/>
      <dgm:spPr/>
    </dgm:pt>
    <dgm:pt modelId="{4DE4D09C-59F9-439E-8C8D-C3A409D575AA}" type="pres">
      <dgm:prSet presAssocID="{BBA1BE87-F725-43A1-BCF3-3BB6DB3BAFE2}" presName="Child2Accent5" presStyleLbl="alignNode1" presStyleIdx="102" presStyleCnt="129"/>
      <dgm:spPr/>
    </dgm:pt>
    <dgm:pt modelId="{065F1D14-DB84-49F8-9E04-6BD6CA0F3D08}" type="pres">
      <dgm:prSet presAssocID="{BBA1BE87-F725-43A1-BCF3-3BB6DB3BAFE2}" presName="Child2Accent6" presStyleLbl="alignNode1" presStyleIdx="103" presStyleCnt="129"/>
      <dgm:spPr/>
    </dgm:pt>
    <dgm:pt modelId="{3D03FFF9-633F-403D-9501-49C5FB328D44}" type="pres">
      <dgm:prSet presAssocID="{BBA1BE87-F725-43A1-BCF3-3BB6DB3BAFE2}" presName="Child2Accent7" presStyleLbl="alignNode1" presStyleIdx="104" presStyleCnt="129"/>
      <dgm:spPr/>
    </dgm:pt>
    <dgm:pt modelId="{09464E81-831F-4FF8-B6C8-A87DF2ADE7F6}" type="pres">
      <dgm:prSet presAssocID="{BBA1BE87-F725-43A1-BCF3-3BB6DB3BAFE2}" presName="Child2" presStyleLbl="revTx" presStyleIdx="8" presStyleCnt="12">
        <dgm:presLayoutVars>
          <dgm:chMax/>
          <dgm:chPref val="0"/>
          <dgm:bulletEnabled val="1"/>
        </dgm:presLayoutVars>
      </dgm:prSet>
      <dgm:spPr/>
    </dgm:pt>
    <dgm:pt modelId="{EFCDE469-7E64-493F-A67A-4050EAE46435}" type="pres">
      <dgm:prSet presAssocID="{4278C46D-2783-41A4-AD9A-F727486EE8D6}" presName="Child3Accent1" presStyleLbl="alignNode1" presStyleIdx="105" presStyleCnt="129"/>
      <dgm:spPr/>
    </dgm:pt>
    <dgm:pt modelId="{B3DC5168-F6F2-42C2-A011-1485067DD14C}" type="pres">
      <dgm:prSet presAssocID="{4278C46D-2783-41A4-AD9A-F727486EE8D6}" presName="Child3Accent2" presStyleLbl="alignNode1" presStyleIdx="106" presStyleCnt="129"/>
      <dgm:spPr/>
    </dgm:pt>
    <dgm:pt modelId="{80961EF7-C3DB-4A3B-9567-584CA36A8152}" type="pres">
      <dgm:prSet presAssocID="{4278C46D-2783-41A4-AD9A-F727486EE8D6}" presName="Child3Accent3" presStyleLbl="alignNode1" presStyleIdx="107" presStyleCnt="129"/>
      <dgm:spPr/>
    </dgm:pt>
    <dgm:pt modelId="{26A0221F-46EC-49FB-8A1A-316D84FE0A84}" type="pres">
      <dgm:prSet presAssocID="{4278C46D-2783-41A4-AD9A-F727486EE8D6}" presName="Child3Accent4" presStyleLbl="alignNode1" presStyleIdx="108" presStyleCnt="129"/>
      <dgm:spPr/>
    </dgm:pt>
    <dgm:pt modelId="{8AC8C2CA-54B8-4EF7-A57C-48854224133F}" type="pres">
      <dgm:prSet presAssocID="{4278C46D-2783-41A4-AD9A-F727486EE8D6}" presName="Child3Accent5" presStyleLbl="alignNode1" presStyleIdx="109" presStyleCnt="129"/>
      <dgm:spPr/>
    </dgm:pt>
    <dgm:pt modelId="{CD9D0E52-E179-4E13-AD14-2EA88A761046}" type="pres">
      <dgm:prSet presAssocID="{4278C46D-2783-41A4-AD9A-F727486EE8D6}" presName="Child3Accent6" presStyleLbl="alignNode1" presStyleIdx="110" presStyleCnt="129"/>
      <dgm:spPr/>
    </dgm:pt>
    <dgm:pt modelId="{93F27A97-544E-4026-8792-6B689810D20C}" type="pres">
      <dgm:prSet presAssocID="{4278C46D-2783-41A4-AD9A-F727486EE8D6}" presName="Child3Accent7" presStyleLbl="alignNode1" presStyleIdx="111" presStyleCnt="129"/>
      <dgm:spPr/>
    </dgm:pt>
    <dgm:pt modelId="{BFA9E147-CCC2-4AB1-889C-729AB257FDC8}" type="pres">
      <dgm:prSet presAssocID="{4278C46D-2783-41A4-AD9A-F727486EE8D6}" presName="Child3" presStyleLbl="revTx" presStyleIdx="9" presStyleCnt="12">
        <dgm:presLayoutVars>
          <dgm:chMax/>
          <dgm:chPref val="0"/>
          <dgm:bulletEnabled val="1"/>
        </dgm:presLayoutVars>
      </dgm:prSet>
      <dgm:spPr/>
    </dgm:pt>
    <dgm:pt modelId="{BF1325CC-E1C7-48D0-8264-13D59891D2C5}" type="pres">
      <dgm:prSet presAssocID="{80EF348B-3AB3-4C99-AE7D-EB5B14E76ADC}" presName="Child4Accent1" presStyleLbl="alignNode1" presStyleIdx="112" presStyleCnt="129"/>
      <dgm:spPr/>
    </dgm:pt>
    <dgm:pt modelId="{7D97193B-CF78-4363-B56B-178E08CC27CD}" type="pres">
      <dgm:prSet presAssocID="{80EF348B-3AB3-4C99-AE7D-EB5B14E76ADC}" presName="Child4Accent2" presStyleLbl="alignNode1" presStyleIdx="113" presStyleCnt="129"/>
      <dgm:spPr/>
    </dgm:pt>
    <dgm:pt modelId="{C7332FBB-FC9C-4DD7-8FB3-2B52836C8312}" type="pres">
      <dgm:prSet presAssocID="{80EF348B-3AB3-4C99-AE7D-EB5B14E76ADC}" presName="Child4Accent3" presStyleLbl="alignNode1" presStyleIdx="114" presStyleCnt="129"/>
      <dgm:spPr/>
    </dgm:pt>
    <dgm:pt modelId="{DB8FDDF4-7678-42D7-A738-F5BE7AE5D564}" type="pres">
      <dgm:prSet presAssocID="{80EF348B-3AB3-4C99-AE7D-EB5B14E76ADC}" presName="Child4Accent4" presStyleLbl="alignNode1" presStyleIdx="115" presStyleCnt="129"/>
      <dgm:spPr/>
    </dgm:pt>
    <dgm:pt modelId="{F5416092-9E06-4DC7-9140-976F3648473F}" type="pres">
      <dgm:prSet presAssocID="{80EF348B-3AB3-4C99-AE7D-EB5B14E76ADC}" presName="Child4Accent5" presStyleLbl="alignNode1" presStyleIdx="116" presStyleCnt="129"/>
      <dgm:spPr/>
    </dgm:pt>
    <dgm:pt modelId="{9E598362-9A4A-464C-8921-5846396D150C}" type="pres">
      <dgm:prSet presAssocID="{80EF348B-3AB3-4C99-AE7D-EB5B14E76ADC}" presName="Child4Accent6" presStyleLbl="alignNode1" presStyleIdx="117" presStyleCnt="129"/>
      <dgm:spPr/>
    </dgm:pt>
    <dgm:pt modelId="{39EE3C91-8068-404E-A5C1-72FE8DCF8CE3}" type="pres">
      <dgm:prSet presAssocID="{80EF348B-3AB3-4C99-AE7D-EB5B14E76ADC}" presName="Child4Accent7" presStyleLbl="alignNode1" presStyleIdx="118" presStyleCnt="129"/>
      <dgm:spPr/>
    </dgm:pt>
    <dgm:pt modelId="{C102DFDC-220A-46AE-ACAB-1AB51EFA2544}" type="pres">
      <dgm:prSet presAssocID="{80EF348B-3AB3-4C99-AE7D-EB5B14E76ADC}" presName="Child4Accent8" presStyleLbl="alignNode1" presStyleIdx="119" presStyleCnt="129"/>
      <dgm:spPr/>
    </dgm:pt>
    <dgm:pt modelId="{7A828E68-60A1-4F74-AAA8-383C3DAAB583}" type="pres">
      <dgm:prSet presAssocID="{80EF348B-3AB3-4C99-AE7D-EB5B14E76ADC}" presName="Child4" presStyleLbl="revTx" presStyleIdx="10" presStyleCnt="12">
        <dgm:presLayoutVars>
          <dgm:chMax/>
          <dgm:chPref val="0"/>
          <dgm:bulletEnabled val="1"/>
        </dgm:presLayoutVars>
      </dgm:prSet>
      <dgm:spPr/>
    </dgm:pt>
    <dgm:pt modelId="{8DE9CD28-3DCB-43BC-A7F1-20C4CE9F76E3}" type="pres">
      <dgm:prSet presAssocID="{4889B853-46D6-43CF-A18A-0E22A41E002A}" presName="Child5Accent1" presStyleLbl="alignNode1" presStyleIdx="120" presStyleCnt="129"/>
      <dgm:spPr/>
    </dgm:pt>
    <dgm:pt modelId="{BA175758-327D-48DE-B98F-ABDBEE1087D6}" type="pres">
      <dgm:prSet presAssocID="{4889B853-46D6-43CF-A18A-0E22A41E002A}" presName="Child5Accent2" presStyleLbl="alignNode1" presStyleIdx="121" presStyleCnt="129"/>
      <dgm:spPr/>
    </dgm:pt>
    <dgm:pt modelId="{3352727E-428A-4C56-BE16-297DE9EC66F4}" type="pres">
      <dgm:prSet presAssocID="{4889B853-46D6-43CF-A18A-0E22A41E002A}" presName="Child5Accent3" presStyleLbl="alignNode1" presStyleIdx="122" presStyleCnt="129"/>
      <dgm:spPr/>
    </dgm:pt>
    <dgm:pt modelId="{0E190423-BB6A-4E19-9F88-17BCD58593FF}" type="pres">
      <dgm:prSet presAssocID="{4889B853-46D6-43CF-A18A-0E22A41E002A}" presName="Child5Accent4" presStyleLbl="alignNode1" presStyleIdx="123" presStyleCnt="129"/>
      <dgm:spPr/>
    </dgm:pt>
    <dgm:pt modelId="{C803E817-5C5A-488B-9AC0-F2B52BE2A3A4}" type="pres">
      <dgm:prSet presAssocID="{4889B853-46D6-43CF-A18A-0E22A41E002A}" presName="Child5Accent5" presStyleLbl="alignNode1" presStyleIdx="124" presStyleCnt="129"/>
      <dgm:spPr/>
    </dgm:pt>
    <dgm:pt modelId="{9E4EF744-0CB2-49FC-AD16-6A4726392B6F}" type="pres">
      <dgm:prSet presAssocID="{4889B853-46D6-43CF-A18A-0E22A41E002A}" presName="Child5Accent6" presStyleLbl="alignNode1" presStyleIdx="125" presStyleCnt="129"/>
      <dgm:spPr/>
    </dgm:pt>
    <dgm:pt modelId="{54F78AA7-9848-4DC0-81B2-9B5733309842}" type="pres">
      <dgm:prSet presAssocID="{4889B853-46D6-43CF-A18A-0E22A41E002A}" presName="Child5Accent7" presStyleLbl="alignNode1" presStyleIdx="126" presStyleCnt="129"/>
      <dgm:spPr/>
    </dgm:pt>
    <dgm:pt modelId="{18ADE3A8-7E64-4CF8-916F-EB43B8B4D832}" type="pres">
      <dgm:prSet presAssocID="{4889B853-46D6-43CF-A18A-0E22A41E002A}" presName="Child5Accent8" presStyleLbl="alignNode1" presStyleIdx="127" presStyleCnt="129"/>
      <dgm:spPr/>
    </dgm:pt>
    <dgm:pt modelId="{4A658E48-4DE8-4851-8B81-C0CF296BA34C}" type="pres">
      <dgm:prSet presAssocID="{4889B853-46D6-43CF-A18A-0E22A41E002A}" presName="Child5Accent9" presStyleLbl="alignNode1" presStyleIdx="128" presStyleCnt="129"/>
      <dgm:spPr/>
    </dgm:pt>
    <dgm:pt modelId="{EA064C8E-23D8-4F1B-8F9C-65BD8F649E02}" type="pres">
      <dgm:prSet presAssocID="{4889B853-46D6-43CF-A18A-0E22A41E002A}" presName="Child5" presStyleLbl="revTx" presStyleIdx="11" presStyleCnt="12">
        <dgm:presLayoutVars>
          <dgm:chMax/>
          <dgm:chPref val="0"/>
          <dgm:bulletEnabled val="1"/>
        </dgm:presLayoutVars>
      </dgm:prSet>
      <dgm:spPr/>
    </dgm:pt>
  </dgm:ptLst>
  <dgm:cxnLst>
    <dgm:cxn modelId="{3BEA0D0C-406C-4E06-8D5B-2C5415EF4DC7}" srcId="{FB986F71-3126-4196-BD30-74AEDC39A1CA}" destId="{58515EDA-CA45-4D21-8A67-706828E30E87}" srcOrd="1" destOrd="0" parTransId="{913AD485-344A-4B82-B8BF-410C1BFDAE25}" sibTransId="{AEF09187-3C33-46DE-92F7-284DAEB43653}"/>
    <dgm:cxn modelId="{E889F012-FAAB-43F6-99D4-CF4D58985AA7}" type="presOf" srcId="{FB986F71-3126-4196-BD30-74AEDC39A1CA}" destId="{67EE05D3-679F-408A-9B29-626E6CC840B1}" srcOrd="0" destOrd="0" presId="urn:microsoft.com/office/officeart/2011/layout/ConvergingText"/>
    <dgm:cxn modelId="{FC50221A-CA9F-422B-8340-343F6C02E19E}" type="presOf" srcId="{4785D0D9-D776-4647-B5DC-6A86ECD3A487}" destId="{0451899F-ADE1-415B-B38F-C3FD822B342F}" srcOrd="0" destOrd="0" presId="urn:microsoft.com/office/officeart/2011/layout/ConvergingText"/>
    <dgm:cxn modelId="{07D4991E-E3CE-482E-B65D-77132904F1C9}" srcId="{F6D27D1B-CDCB-481F-B8FA-AB31B2A119DE}" destId="{5B1CE904-D8B6-4D18-8945-2525D414A8A7}" srcOrd="3" destOrd="0" parTransId="{87CF2734-F104-4BD4-88B5-66602CD32133}" sibTransId="{3820B67C-7FEF-466D-8791-56FB0D28246D}"/>
    <dgm:cxn modelId="{56712C23-4240-4867-88BE-7960B22894EC}" type="presOf" srcId="{4889B853-46D6-43CF-A18A-0E22A41E002A}" destId="{EA064C8E-23D8-4F1B-8F9C-65BD8F649E02}" srcOrd="0" destOrd="0" presId="urn:microsoft.com/office/officeart/2011/layout/ConvergingText"/>
    <dgm:cxn modelId="{ECE9152A-59A8-4A3A-9D34-DB38A074F636}" srcId="{0E9DE493-19D7-4EC9-97C9-5F26233F1106}" destId="{58828492-5CEF-4AFE-95CB-5D7E6A18158B}" srcOrd="2" destOrd="0" parTransId="{F664BA43-1B81-496F-A04E-CE4B4A525697}" sibTransId="{2D386477-EC66-449A-8D41-5F8A212C3D8E}"/>
    <dgm:cxn modelId="{84E0112D-8B14-4136-B370-15B1C9AAA6E6}" srcId="{F6D27D1B-CDCB-481F-B8FA-AB31B2A119DE}" destId="{C5AAE1E4-ABEA-4811-B2B2-61150417E30F}" srcOrd="2" destOrd="0" parTransId="{1F836528-24B0-41F1-9676-EE6D7C0A6557}" sibTransId="{35144F01-FFBB-4AD9-B619-95DCCEA61FCA}"/>
    <dgm:cxn modelId="{2D5B3E3B-3EE5-4072-933E-27DF5400591C}" srcId="{FB986F71-3126-4196-BD30-74AEDC39A1CA}" destId="{AB2E8498-CC81-452F-A895-08F3845AA347}" srcOrd="0" destOrd="0" parTransId="{4C65E2C8-0CBB-4D8C-AD60-6B0105C62B84}" sibTransId="{9A1F3304-AA9E-4FBC-89BA-9095C80E47C9}"/>
    <dgm:cxn modelId="{4DD0DF5C-2D11-4C0D-8B69-722A8EABD907}" type="presOf" srcId="{F6D27D1B-CDCB-481F-B8FA-AB31B2A119DE}" destId="{4F374573-4555-4DFC-8E3E-CD74F49D9B46}" srcOrd="0" destOrd="0" presId="urn:microsoft.com/office/officeart/2011/layout/ConvergingText"/>
    <dgm:cxn modelId="{E8867860-22F5-44DB-B6F4-1032DE4221ED}" type="presOf" srcId="{4278C46D-2783-41A4-AD9A-F727486EE8D6}" destId="{BFA9E147-CCC2-4AB1-889C-729AB257FDC8}" srcOrd="0" destOrd="0" presId="urn:microsoft.com/office/officeart/2011/layout/ConvergingText"/>
    <dgm:cxn modelId="{DEDF444B-BC59-4803-912F-673C6FFECCF7}" type="presOf" srcId="{AB2E8498-CC81-452F-A895-08F3845AA347}" destId="{A4071AFF-609E-4146-A39E-ED99E675E763}" srcOrd="0" destOrd="0" presId="urn:microsoft.com/office/officeart/2011/layout/ConvergingText"/>
    <dgm:cxn modelId="{1423FC72-83C7-4510-8021-28EAEA493E68}" srcId="{0E9DE493-19D7-4EC9-97C9-5F26233F1106}" destId="{FB986F71-3126-4196-BD30-74AEDC39A1CA}" srcOrd="0" destOrd="0" parTransId="{9B3CE34A-9B3E-4D5F-94E0-DFBB94FF5A03}" sibTransId="{D0B150DF-3AA4-454C-8652-25880449C422}"/>
    <dgm:cxn modelId="{0A191754-4325-4560-A4B7-5414D1016C95}" type="presOf" srcId="{0B00F5A8-A0EF-4111-9D86-004317B4F49E}" destId="{DF985482-4393-42C0-8BBC-2821652EC592}" srcOrd="0" destOrd="0" presId="urn:microsoft.com/office/officeart/2011/layout/ConvergingText"/>
    <dgm:cxn modelId="{4143D757-8617-4C89-8322-E3B29A1874AF}" srcId="{58828492-5CEF-4AFE-95CB-5D7E6A18158B}" destId="{68838C34-4D02-49F8-ADD7-BFA90D87B7EA}" srcOrd="0" destOrd="0" parTransId="{F2AD00AD-6A23-4C89-A107-68EF5D1F0B94}" sibTransId="{FFC4FCE7-6F2F-4F91-A74A-7C4C32A81657}"/>
    <dgm:cxn modelId="{B4E86479-CFE6-4F28-83AA-56A28518A630}" srcId="{58828492-5CEF-4AFE-95CB-5D7E6A18158B}" destId="{4278C46D-2783-41A4-AD9A-F727486EE8D6}" srcOrd="2" destOrd="0" parTransId="{ACB993B1-8787-47D9-AF47-C2E402FFD5D9}" sibTransId="{705088A9-8120-4565-AAE2-8274E1F9B795}"/>
    <dgm:cxn modelId="{212A377D-1421-4FE1-9FB6-153C1B8B959E}" type="presOf" srcId="{58515EDA-CA45-4D21-8A67-706828E30E87}" destId="{9BAEE241-E3CD-4FEF-8C1F-60D92962D366}" srcOrd="0" destOrd="0" presId="urn:microsoft.com/office/officeart/2011/layout/ConvergingText"/>
    <dgm:cxn modelId="{5354E288-C97E-45D8-8385-D9DC12A5B8F8}" type="presOf" srcId="{5B1CE904-D8B6-4D18-8945-2525D414A8A7}" destId="{415C3C6F-45DA-4085-A425-E1394D010237}" srcOrd="0" destOrd="0" presId="urn:microsoft.com/office/officeart/2011/layout/ConvergingText"/>
    <dgm:cxn modelId="{743C7691-BAFF-4F1A-A168-7F0047C9DCC6}" srcId="{58828492-5CEF-4AFE-95CB-5D7E6A18158B}" destId="{80EF348B-3AB3-4C99-AE7D-EB5B14E76ADC}" srcOrd="3" destOrd="0" parTransId="{DDD5F14C-DA0B-4DCD-96FB-D9A503BA459B}" sibTransId="{FF284226-4DE8-4B9E-917D-8C2312FC5031}"/>
    <dgm:cxn modelId="{453B2A98-BA47-45F4-8817-4D12974A395F}" srcId="{F6D27D1B-CDCB-481F-B8FA-AB31B2A119DE}" destId="{95DF3A11-2A6E-4A1F-B051-91C42E46F245}" srcOrd="5" destOrd="0" parTransId="{30304827-F5A3-4EB5-BE27-882E5DFFD3C7}" sibTransId="{AC443BD9-796A-4619-8EA8-2EBB5799FB6B}"/>
    <dgm:cxn modelId="{90D4BDA0-8E19-41EE-8F60-309C62997B0F}" srcId="{58828492-5CEF-4AFE-95CB-5D7E6A18158B}" destId="{4889B853-46D6-43CF-A18A-0E22A41E002A}" srcOrd="4" destOrd="0" parTransId="{C2A5C0FE-4CF5-40A5-BED3-E1317BEE6E79}" sibTransId="{BFBC6996-8990-4F0C-86FF-94956C473D96}"/>
    <dgm:cxn modelId="{C133A2A7-0428-4B0E-B011-BA9951E11F0A}" type="presOf" srcId="{0E9DE493-19D7-4EC9-97C9-5F26233F1106}" destId="{876BB9F9-2C55-456B-8C1A-F0C2D7F76446}" srcOrd="0" destOrd="0" presId="urn:microsoft.com/office/officeart/2011/layout/ConvergingText"/>
    <dgm:cxn modelId="{A63D53AC-541A-4D09-9620-8B1C8D7B91DE}" srcId="{0E9DE493-19D7-4EC9-97C9-5F26233F1106}" destId="{F6D27D1B-CDCB-481F-B8FA-AB31B2A119DE}" srcOrd="1" destOrd="0" parTransId="{8A7BF306-8E53-4B16-9E7E-A79AE3DF6BE2}" sibTransId="{7AEB6639-3258-49E8-8B1F-B4A9C61922BE}"/>
    <dgm:cxn modelId="{136E34B7-E37F-4FCB-BC8F-B7BDD2A9325D}" srcId="{58828492-5CEF-4AFE-95CB-5D7E6A18158B}" destId="{ACCE1504-F210-4C8D-A7B8-A95C8BDFCD5F}" srcOrd="5" destOrd="0" parTransId="{552D0C1E-306A-4D8F-9693-F99DBF4B7804}" sibTransId="{CA8CA484-F76E-4591-A7AD-F7A462130B45}"/>
    <dgm:cxn modelId="{06E124B8-F6CD-4319-B16E-CA9BDCB69164}" srcId="{F6D27D1B-CDCB-481F-B8FA-AB31B2A119DE}" destId="{BD1965EB-E02D-4973-9747-F8610E5FA630}" srcOrd="1" destOrd="0" parTransId="{3C83D595-ECA3-41A6-B384-73C6A18846CC}" sibTransId="{A18C0247-50DA-4E9A-B155-235C1EC3D4FF}"/>
    <dgm:cxn modelId="{B074FCB8-9B6C-4011-BA9E-D79ECE6FB1C9}" type="presOf" srcId="{BD1965EB-E02D-4973-9747-F8610E5FA630}" destId="{BE8D97E4-49E4-40F8-87EE-343547F9716A}" srcOrd="0" destOrd="0" presId="urn:microsoft.com/office/officeart/2011/layout/ConvergingText"/>
    <dgm:cxn modelId="{6D1B42B9-F5B7-4DE2-8450-E165B8ECD9B6}" srcId="{F6D27D1B-CDCB-481F-B8FA-AB31B2A119DE}" destId="{4785D0D9-D776-4647-B5DC-6A86ECD3A487}" srcOrd="4" destOrd="0" parTransId="{1727F4A1-3EDC-4E98-B900-16E0CB52D4D0}" sibTransId="{0B862C29-132C-43E3-B8B6-7F9A56C6F0D5}"/>
    <dgm:cxn modelId="{9E9CEAD0-B169-4067-9434-AA4DBAC5812C}" type="presOf" srcId="{C5AAE1E4-ABEA-4811-B2B2-61150417E30F}" destId="{76EBC5FE-E427-4B7D-92A6-D692D51FCED4}" srcOrd="0" destOrd="0" presId="urn:microsoft.com/office/officeart/2011/layout/ConvergingText"/>
    <dgm:cxn modelId="{418848D4-054F-4D52-A250-A421EE8570A6}" type="presOf" srcId="{58828492-5CEF-4AFE-95CB-5D7E6A18158B}" destId="{357D1351-4D07-45BF-9477-23D0D0988B4B}" srcOrd="0" destOrd="0" presId="urn:microsoft.com/office/officeart/2011/layout/ConvergingText"/>
    <dgm:cxn modelId="{0F6DDFD7-C6F2-41DE-B56F-3542C1433A22}" type="presOf" srcId="{68838C34-4D02-49F8-ADD7-BFA90D87B7EA}" destId="{CC71BCB8-7615-41A4-9974-A0695006B6E7}" srcOrd="0" destOrd="0" presId="urn:microsoft.com/office/officeart/2011/layout/ConvergingText"/>
    <dgm:cxn modelId="{D9BD5DDA-C560-4A83-9E5C-8DCEC5ECEDBB}" type="presOf" srcId="{BBA1BE87-F725-43A1-BCF3-3BB6DB3BAFE2}" destId="{09464E81-831F-4FF8-B6C8-A87DF2ADE7F6}" srcOrd="0" destOrd="0" presId="urn:microsoft.com/office/officeart/2011/layout/ConvergingText"/>
    <dgm:cxn modelId="{2E03D7E0-965A-4598-8C31-BEE28D45B340}" srcId="{F6D27D1B-CDCB-481F-B8FA-AB31B2A119DE}" destId="{27D6E1FE-CCBC-4BF7-8BD3-B2589AE5B734}" srcOrd="6" destOrd="0" parTransId="{3706D6DA-1A32-4610-BCD1-61D3C1D18D8E}" sibTransId="{6872854A-FF44-4886-B038-71A1185E0618}"/>
    <dgm:cxn modelId="{5D3FF6E6-558A-42B1-BE43-CEB5BF5BF674}" srcId="{58828492-5CEF-4AFE-95CB-5D7E6A18158B}" destId="{BBA1BE87-F725-43A1-BCF3-3BB6DB3BAFE2}" srcOrd="1" destOrd="0" parTransId="{782367BE-F028-4073-BEF6-7D08733BF2FF}" sibTransId="{41F4FA54-B427-42B5-8628-539E927FD5C8}"/>
    <dgm:cxn modelId="{86F910E7-C9D0-48E5-A3A3-C70127E96FC1}" srcId="{F6D27D1B-CDCB-481F-B8FA-AB31B2A119DE}" destId="{0B00F5A8-A0EF-4111-9D86-004317B4F49E}" srcOrd="0" destOrd="0" parTransId="{EC916B99-8D26-4265-B7BE-BB461C68DA5C}" sibTransId="{CE48C676-980A-4BAC-A3C8-9ABC315DAE51}"/>
    <dgm:cxn modelId="{05ADF7E7-6AAD-4847-B93E-15627FCC2715}" type="presOf" srcId="{80EF348B-3AB3-4C99-AE7D-EB5B14E76ADC}" destId="{7A828E68-60A1-4F74-AAA8-383C3DAAB583}" srcOrd="0" destOrd="0" presId="urn:microsoft.com/office/officeart/2011/layout/ConvergingText"/>
    <dgm:cxn modelId="{3337FA45-C399-45AC-AC38-CF03D16FA52F}" type="presParOf" srcId="{876BB9F9-2C55-456B-8C1A-F0C2D7F76446}" destId="{56035396-B3C2-435A-8177-445839F1C198}" srcOrd="0" destOrd="0" presId="urn:microsoft.com/office/officeart/2011/layout/ConvergingText"/>
    <dgm:cxn modelId="{B5D2F5D8-104C-4B05-9212-6095DAB19499}" type="presParOf" srcId="{56035396-B3C2-435A-8177-445839F1C198}" destId="{7DFE7BBD-DBA4-467D-A9A0-41C2EB77362B}" srcOrd="0" destOrd="0" presId="urn:microsoft.com/office/officeart/2011/layout/ConvergingText"/>
    <dgm:cxn modelId="{90ABDD56-662F-4D6E-BF93-2EE7D62CD759}" type="presParOf" srcId="{56035396-B3C2-435A-8177-445839F1C198}" destId="{9C06FC9C-FE53-40CE-BA20-0CF6B5ACDC85}" srcOrd="1" destOrd="0" presId="urn:microsoft.com/office/officeart/2011/layout/ConvergingText"/>
    <dgm:cxn modelId="{2770155B-B967-41A1-BCD6-E93313761D61}" type="presParOf" srcId="{56035396-B3C2-435A-8177-445839F1C198}" destId="{5E384B5A-CE2D-4B73-B2DA-B9B558E8E16B}" srcOrd="2" destOrd="0" presId="urn:microsoft.com/office/officeart/2011/layout/ConvergingText"/>
    <dgm:cxn modelId="{D385794C-783A-42E4-9ED0-1A29937D6434}" type="presParOf" srcId="{56035396-B3C2-435A-8177-445839F1C198}" destId="{C17260E3-FBC2-43CE-B268-6E470AFA3ED4}" srcOrd="3" destOrd="0" presId="urn:microsoft.com/office/officeart/2011/layout/ConvergingText"/>
    <dgm:cxn modelId="{9AFE4247-261A-4FF9-A281-8EE833CAFAC2}" type="presParOf" srcId="{56035396-B3C2-435A-8177-445839F1C198}" destId="{7EDD2FDE-4759-42B8-B1F9-79B6161B64E0}" srcOrd="4" destOrd="0" presId="urn:microsoft.com/office/officeart/2011/layout/ConvergingText"/>
    <dgm:cxn modelId="{B83C2852-F5BE-44C2-9F93-3F3B9CB9259C}" type="presParOf" srcId="{56035396-B3C2-435A-8177-445839F1C198}" destId="{6D8C5618-85E8-47D4-A769-5AE7DBC9C5B2}" srcOrd="5" destOrd="0" presId="urn:microsoft.com/office/officeart/2011/layout/ConvergingText"/>
    <dgm:cxn modelId="{D81CE342-AC54-479A-8367-5664C9D692E0}" type="presParOf" srcId="{56035396-B3C2-435A-8177-445839F1C198}" destId="{98796159-D617-41B9-9EAC-D7D291259BBC}" srcOrd="6" destOrd="0" presId="urn:microsoft.com/office/officeart/2011/layout/ConvergingText"/>
    <dgm:cxn modelId="{07EC56E0-2A15-4794-9917-FEA6F7AB0B02}" type="presParOf" srcId="{56035396-B3C2-435A-8177-445839F1C198}" destId="{4EB16760-320B-45ED-BF83-2A235B7E2529}" srcOrd="7" destOrd="0" presId="urn:microsoft.com/office/officeart/2011/layout/ConvergingText"/>
    <dgm:cxn modelId="{6D8DB3C3-26E6-4315-8109-4AECD0F73A0A}" type="presParOf" srcId="{56035396-B3C2-435A-8177-445839F1C198}" destId="{C82F6CDF-EEE8-45E9-BDC7-8523E2B334EF}" srcOrd="8" destOrd="0" presId="urn:microsoft.com/office/officeart/2011/layout/ConvergingText"/>
    <dgm:cxn modelId="{7E65D903-65A6-4FBF-B5FC-8CA7158C8019}" type="presParOf" srcId="{56035396-B3C2-435A-8177-445839F1C198}" destId="{3459FCE0-BC3A-479B-88A7-670670B180A0}" srcOrd="9" destOrd="0" presId="urn:microsoft.com/office/officeart/2011/layout/ConvergingText"/>
    <dgm:cxn modelId="{0FC4BE0E-A1D8-4E24-BC0E-C791FE4DABAA}" type="presParOf" srcId="{56035396-B3C2-435A-8177-445839F1C198}" destId="{67EE05D3-679F-408A-9B29-626E6CC840B1}" srcOrd="10" destOrd="0" presId="urn:microsoft.com/office/officeart/2011/layout/ConvergingText"/>
    <dgm:cxn modelId="{296E4BAA-CEFF-4D30-94B5-FB32CEF55CFF}" type="presParOf" srcId="{56035396-B3C2-435A-8177-445839F1C198}" destId="{CE0B87C8-A4F6-4384-806D-6601BC89B88A}" srcOrd="11" destOrd="0" presId="urn:microsoft.com/office/officeart/2011/layout/ConvergingText"/>
    <dgm:cxn modelId="{64740535-856D-4CC3-B98D-EEF16DB5D8F3}" type="presParOf" srcId="{56035396-B3C2-435A-8177-445839F1C198}" destId="{A737626E-4620-4735-9C00-F9A4CF1FBFC8}" srcOrd="12" destOrd="0" presId="urn:microsoft.com/office/officeart/2011/layout/ConvergingText"/>
    <dgm:cxn modelId="{4CDA5024-55F1-47E3-AE0E-D8FDE85301EB}" type="presParOf" srcId="{56035396-B3C2-435A-8177-445839F1C198}" destId="{5E1C4858-AF75-4733-9CD0-8F6186A5F99D}" srcOrd="13" destOrd="0" presId="urn:microsoft.com/office/officeart/2011/layout/ConvergingText"/>
    <dgm:cxn modelId="{2CDC09A7-C002-4FA9-8A5B-827EB85C6274}" type="presParOf" srcId="{56035396-B3C2-435A-8177-445839F1C198}" destId="{50725EFF-49F7-4F67-B9C2-A99BD88B5CDD}" srcOrd="14" destOrd="0" presId="urn:microsoft.com/office/officeart/2011/layout/ConvergingText"/>
    <dgm:cxn modelId="{E22DEDF4-F54E-405C-8E5A-49EB1B7D5A63}" type="presParOf" srcId="{56035396-B3C2-435A-8177-445839F1C198}" destId="{5769BEB2-655B-4400-BE8F-50177BA352D3}" srcOrd="15" destOrd="0" presId="urn:microsoft.com/office/officeart/2011/layout/ConvergingText"/>
    <dgm:cxn modelId="{60BF60FD-DFB3-4B4C-BAFD-BCBF36A24C4D}" type="presParOf" srcId="{56035396-B3C2-435A-8177-445839F1C198}" destId="{6D0EA552-5ACF-4E5B-93B2-99BBBAAD2290}" srcOrd="16" destOrd="0" presId="urn:microsoft.com/office/officeart/2011/layout/ConvergingText"/>
    <dgm:cxn modelId="{6B2A797F-C91C-40EA-9276-E3365E5D9013}" type="presParOf" srcId="{56035396-B3C2-435A-8177-445839F1C198}" destId="{44CC0D60-72C4-4484-B9FF-0778946B8838}" srcOrd="17" destOrd="0" presId="urn:microsoft.com/office/officeart/2011/layout/ConvergingText"/>
    <dgm:cxn modelId="{68CA5175-6570-414B-A661-D0F1373A4769}" type="presParOf" srcId="{56035396-B3C2-435A-8177-445839F1C198}" destId="{0706694F-3EC1-4A1A-99C7-56AF9704DA8E}" srcOrd="18" destOrd="0" presId="urn:microsoft.com/office/officeart/2011/layout/ConvergingText"/>
    <dgm:cxn modelId="{2A8F1054-2CE6-4330-A08D-D8736B99FF2B}" type="presParOf" srcId="{56035396-B3C2-435A-8177-445839F1C198}" destId="{21FAB957-484E-43CF-A1F0-5035C90E9BC3}" srcOrd="19" destOrd="0" presId="urn:microsoft.com/office/officeart/2011/layout/ConvergingText"/>
    <dgm:cxn modelId="{E4D3B478-60ED-4725-88D8-4EA0314CECCB}" type="presParOf" srcId="{56035396-B3C2-435A-8177-445839F1C198}" destId="{A4071AFF-609E-4146-A39E-ED99E675E763}" srcOrd="20" destOrd="0" presId="urn:microsoft.com/office/officeart/2011/layout/ConvergingText"/>
    <dgm:cxn modelId="{4445AF9F-B51B-4324-A7FE-17046AC23C66}" type="presParOf" srcId="{56035396-B3C2-435A-8177-445839F1C198}" destId="{24AFF1F6-9649-4B99-A320-6538510BFE20}" srcOrd="21" destOrd="0" presId="urn:microsoft.com/office/officeart/2011/layout/ConvergingText"/>
    <dgm:cxn modelId="{1D9F13B8-58B2-41A6-8676-18F4D2830733}" type="presParOf" srcId="{56035396-B3C2-435A-8177-445839F1C198}" destId="{0BBEC913-F8EB-4856-9AA0-12B3124C6E2E}" srcOrd="22" destOrd="0" presId="urn:microsoft.com/office/officeart/2011/layout/ConvergingText"/>
    <dgm:cxn modelId="{CADB5C7F-AB1E-48A9-9B27-7499D6852F3A}" type="presParOf" srcId="{56035396-B3C2-435A-8177-445839F1C198}" destId="{5822AF1E-F5F5-481E-B287-0CF2A2C6A48E}" srcOrd="23" destOrd="0" presId="urn:microsoft.com/office/officeart/2011/layout/ConvergingText"/>
    <dgm:cxn modelId="{A7BB62B5-B825-4168-AFEB-6C24B1E69B68}" type="presParOf" srcId="{56035396-B3C2-435A-8177-445839F1C198}" destId="{7ABE7E5F-3553-4D49-8A9E-FBFABEFF244D}" srcOrd="24" destOrd="0" presId="urn:microsoft.com/office/officeart/2011/layout/ConvergingText"/>
    <dgm:cxn modelId="{D86A7F50-A1B1-4217-A957-39918985794A}" type="presParOf" srcId="{56035396-B3C2-435A-8177-445839F1C198}" destId="{4FAE609C-FF03-4804-A5CE-BEB23C5D18EA}" srcOrd="25" destOrd="0" presId="urn:microsoft.com/office/officeart/2011/layout/ConvergingText"/>
    <dgm:cxn modelId="{C83B0955-9B90-462A-852A-F48E246CA363}" type="presParOf" srcId="{56035396-B3C2-435A-8177-445839F1C198}" destId="{EC2A25F5-1C1B-47A3-A8FD-E593929F1C4D}" srcOrd="26" destOrd="0" presId="urn:microsoft.com/office/officeart/2011/layout/ConvergingText"/>
    <dgm:cxn modelId="{1CCF938B-21A1-45FC-BBE2-FF28A0A6424C}" type="presParOf" srcId="{56035396-B3C2-435A-8177-445839F1C198}" destId="{F6B2C769-C5C7-4789-98FD-1F655BC4F701}" srcOrd="27" destOrd="0" presId="urn:microsoft.com/office/officeart/2011/layout/ConvergingText"/>
    <dgm:cxn modelId="{68CE824D-E0C1-4137-8FEE-8BF1E1193F54}" type="presParOf" srcId="{56035396-B3C2-435A-8177-445839F1C198}" destId="{9BAEE241-E3CD-4FEF-8C1F-60D92962D366}" srcOrd="28" destOrd="0" presId="urn:microsoft.com/office/officeart/2011/layout/ConvergingText"/>
    <dgm:cxn modelId="{EC103701-1F0E-4558-87FA-993B87C84B2E}" type="presParOf" srcId="{876BB9F9-2C55-456B-8C1A-F0C2D7F76446}" destId="{9EB41FA9-3178-43D4-B3A9-E2FF6DC0D06D}" srcOrd="1" destOrd="0" presId="urn:microsoft.com/office/officeart/2011/layout/ConvergingText"/>
    <dgm:cxn modelId="{69A09A63-5F97-4605-9448-AC7FE50E7155}" type="presParOf" srcId="{876BB9F9-2C55-456B-8C1A-F0C2D7F76446}" destId="{9BD89C0E-74E8-4E80-901B-3C5DB520ED77}" srcOrd="2" destOrd="0" presId="urn:microsoft.com/office/officeart/2011/layout/ConvergingText"/>
    <dgm:cxn modelId="{15EB4684-976A-4BDF-B9A5-07571FD4B72D}" type="presParOf" srcId="{9BD89C0E-74E8-4E80-901B-3C5DB520ED77}" destId="{D6903E7D-EFA4-431C-942C-F4D48CA3D5E4}" srcOrd="0" destOrd="0" presId="urn:microsoft.com/office/officeart/2011/layout/ConvergingText"/>
    <dgm:cxn modelId="{E60C500D-295A-4ACC-AC68-B9863B17AB3E}" type="presParOf" srcId="{9BD89C0E-74E8-4E80-901B-3C5DB520ED77}" destId="{1BDCA85C-53D9-4617-BFEA-8A0A8F04BB33}" srcOrd="1" destOrd="0" presId="urn:microsoft.com/office/officeart/2011/layout/ConvergingText"/>
    <dgm:cxn modelId="{786BB1EA-D4C2-4B00-946E-1B4EEA3628A0}" type="presParOf" srcId="{9BD89C0E-74E8-4E80-901B-3C5DB520ED77}" destId="{2C22D2B5-3939-4429-9030-D768E1B16D65}" srcOrd="2" destOrd="0" presId="urn:microsoft.com/office/officeart/2011/layout/ConvergingText"/>
    <dgm:cxn modelId="{836B8479-58F7-4B3C-8A90-B9138F939F30}" type="presParOf" srcId="{9BD89C0E-74E8-4E80-901B-3C5DB520ED77}" destId="{043678F8-AD0D-4E5C-894B-676CD8C51245}" srcOrd="3" destOrd="0" presId="urn:microsoft.com/office/officeart/2011/layout/ConvergingText"/>
    <dgm:cxn modelId="{37E35B45-9A64-4A29-8F3C-8AA9AB9057AC}" type="presParOf" srcId="{9BD89C0E-74E8-4E80-901B-3C5DB520ED77}" destId="{852D5A80-978A-45E7-82B4-2FAD9BEFFF65}" srcOrd="4" destOrd="0" presId="urn:microsoft.com/office/officeart/2011/layout/ConvergingText"/>
    <dgm:cxn modelId="{DF40E229-2C48-44DF-BC04-4A47A4A38335}" type="presParOf" srcId="{9BD89C0E-74E8-4E80-901B-3C5DB520ED77}" destId="{6E12DE54-397A-465C-B548-0080459BC14E}" srcOrd="5" destOrd="0" presId="urn:microsoft.com/office/officeart/2011/layout/ConvergingText"/>
    <dgm:cxn modelId="{A1F10EE9-314C-4655-A01F-1A8A51E541B5}" type="presParOf" srcId="{9BD89C0E-74E8-4E80-901B-3C5DB520ED77}" destId="{99B6BFC3-3DB0-4278-A7BB-EA59796B7416}" srcOrd="6" destOrd="0" presId="urn:microsoft.com/office/officeart/2011/layout/ConvergingText"/>
    <dgm:cxn modelId="{BA1E869D-47FF-4867-BC56-DE49FA1E9F5E}" type="presParOf" srcId="{9BD89C0E-74E8-4E80-901B-3C5DB520ED77}" destId="{1569197D-9F05-4DE1-9447-E2F2B5D832CE}" srcOrd="7" destOrd="0" presId="urn:microsoft.com/office/officeart/2011/layout/ConvergingText"/>
    <dgm:cxn modelId="{C00B0E85-0AF1-4A3C-BE38-D2322959180F}" type="presParOf" srcId="{9BD89C0E-74E8-4E80-901B-3C5DB520ED77}" destId="{BCA35056-E4F1-484A-B702-8E08FA42FDC8}" srcOrd="8" destOrd="0" presId="urn:microsoft.com/office/officeart/2011/layout/ConvergingText"/>
    <dgm:cxn modelId="{10C1439C-2338-4956-91CD-05E6A7A2D098}" type="presParOf" srcId="{9BD89C0E-74E8-4E80-901B-3C5DB520ED77}" destId="{34B0A0D8-1EE2-4D4F-A10C-0867D9C8E6D8}" srcOrd="9" destOrd="0" presId="urn:microsoft.com/office/officeart/2011/layout/ConvergingText"/>
    <dgm:cxn modelId="{798743C8-6CA9-4764-B5C5-153352CF9C1E}" type="presParOf" srcId="{9BD89C0E-74E8-4E80-901B-3C5DB520ED77}" destId="{4F374573-4555-4DFC-8E3E-CD74F49D9B46}" srcOrd="10" destOrd="0" presId="urn:microsoft.com/office/officeart/2011/layout/ConvergingText"/>
    <dgm:cxn modelId="{B74E6AD5-9335-4479-BF43-840F49AB36DD}" type="presParOf" srcId="{9BD89C0E-74E8-4E80-901B-3C5DB520ED77}" destId="{4186DF2C-6392-4012-B5C9-70974663B37D}" srcOrd="11" destOrd="0" presId="urn:microsoft.com/office/officeart/2011/layout/ConvergingText"/>
    <dgm:cxn modelId="{F37BD614-ED1F-49BB-8754-3D709E9D9E50}" type="presParOf" srcId="{9BD89C0E-74E8-4E80-901B-3C5DB520ED77}" destId="{D93C9380-A1DA-495D-AF63-AF99A7143615}" srcOrd="12" destOrd="0" presId="urn:microsoft.com/office/officeart/2011/layout/ConvergingText"/>
    <dgm:cxn modelId="{FC534B95-9F1F-4F0E-9D15-2E4E4B05D6B2}" type="presParOf" srcId="{9BD89C0E-74E8-4E80-901B-3C5DB520ED77}" destId="{AECD700E-0C15-402F-9723-FCC5CC9B0D2B}" srcOrd="13" destOrd="0" presId="urn:microsoft.com/office/officeart/2011/layout/ConvergingText"/>
    <dgm:cxn modelId="{D0D1FCCD-69C7-4EDD-9FE7-676CE41EF266}" type="presParOf" srcId="{9BD89C0E-74E8-4E80-901B-3C5DB520ED77}" destId="{2E4020C7-5D34-46FB-9127-9D7C7AE39642}" srcOrd="14" destOrd="0" presId="urn:microsoft.com/office/officeart/2011/layout/ConvergingText"/>
    <dgm:cxn modelId="{695686CF-285C-42C6-90E0-0FD894A88566}" type="presParOf" srcId="{9BD89C0E-74E8-4E80-901B-3C5DB520ED77}" destId="{FD84014D-F024-4512-9489-E675B259CA02}" srcOrd="15" destOrd="0" presId="urn:microsoft.com/office/officeart/2011/layout/ConvergingText"/>
    <dgm:cxn modelId="{1148773A-7748-4ED2-A3FA-21D97FB79A1D}" type="presParOf" srcId="{9BD89C0E-74E8-4E80-901B-3C5DB520ED77}" destId="{B230D7D6-0328-43B6-BA1B-38809746550D}" srcOrd="16" destOrd="0" presId="urn:microsoft.com/office/officeart/2011/layout/ConvergingText"/>
    <dgm:cxn modelId="{34F7AEF5-8DD1-4A26-97ED-3BCB71B0461E}" type="presParOf" srcId="{9BD89C0E-74E8-4E80-901B-3C5DB520ED77}" destId="{A891E4CE-F4AF-4F96-B13D-1E763ADFBE3E}" srcOrd="17" destOrd="0" presId="urn:microsoft.com/office/officeart/2011/layout/ConvergingText"/>
    <dgm:cxn modelId="{9D518001-BDE9-4D18-8A57-9F4B190DEC7A}" type="presParOf" srcId="{9BD89C0E-74E8-4E80-901B-3C5DB520ED77}" destId="{80A57991-8730-40DC-9C5C-133425BB559B}" srcOrd="18" destOrd="0" presId="urn:microsoft.com/office/officeart/2011/layout/ConvergingText"/>
    <dgm:cxn modelId="{76CC61E6-83CC-4E5D-A2D5-11059035AB93}" type="presParOf" srcId="{9BD89C0E-74E8-4E80-901B-3C5DB520ED77}" destId="{DB8BA744-3D04-4C7B-AFF4-6D3A5CB91D0A}" srcOrd="19" destOrd="0" presId="urn:microsoft.com/office/officeart/2011/layout/ConvergingText"/>
    <dgm:cxn modelId="{A218857D-D31E-4B8A-9208-531BD4476EB3}" type="presParOf" srcId="{9BD89C0E-74E8-4E80-901B-3C5DB520ED77}" destId="{DF985482-4393-42C0-8BBC-2821652EC592}" srcOrd="20" destOrd="0" presId="urn:microsoft.com/office/officeart/2011/layout/ConvergingText"/>
    <dgm:cxn modelId="{200D366A-1B40-4EAA-A7B7-599975E3D911}" type="presParOf" srcId="{9BD89C0E-74E8-4E80-901B-3C5DB520ED77}" destId="{6114E26D-A789-4044-AFA1-296A72FBBB4B}" srcOrd="21" destOrd="0" presId="urn:microsoft.com/office/officeart/2011/layout/ConvergingText"/>
    <dgm:cxn modelId="{B4C77BDA-17DC-4D9F-B2F5-1964A596674E}" type="presParOf" srcId="{9BD89C0E-74E8-4E80-901B-3C5DB520ED77}" destId="{5FFBF8BC-4724-4E4B-AC48-C8778ACB5F5B}" srcOrd="22" destOrd="0" presId="urn:microsoft.com/office/officeart/2011/layout/ConvergingText"/>
    <dgm:cxn modelId="{BD6DAC21-E341-42A2-891B-0FD2F84E0374}" type="presParOf" srcId="{9BD89C0E-74E8-4E80-901B-3C5DB520ED77}" destId="{0D94A855-E4E8-4F98-88DB-B8D09F5A89FF}" srcOrd="23" destOrd="0" presId="urn:microsoft.com/office/officeart/2011/layout/ConvergingText"/>
    <dgm:cxn modelId="{FDC04494-38E8-45F9-BFAA-DDA2E5059612}" type="presParOf" srcId="{9BD89C0E-74E8-4E80-901B-3C5DB520ED77}" destId="{6DB89751-2CA1-4B54-AC2C-649F74CC1861}" srcOrd="24" destOrd="0" presId="urn:microsoft.com/office/officeart/2011/layout/ConvergingText"/>
    <dgm:cxn modelId="{E9427117-FA41-47F6-AFA1-33E6CE3622CA}" type="presParOf" srcId="{9BD89C0E-74E8-4E80-901B-3C5DB520ED77}" destId="{00CE6C2C-635C-431B-A000-355E836EB8D1}" srcOrd="25" destOrd="0" presId="urn:microsoft.com/office/officeart/2011/layout/ConvergingText"/>
    <dgm:cxn modelId="{5803AB57-E835-40D7-BCA2-B87EA6801D7A}" type="presParOf" srcId="{9BD89C0E-74E8-4E80-901B-3C5DB520ED77}" destId="{8ADB2077-77FF-4215-BF16-B93465892B6C}" srcOrd="26" destOrd="0" presId="urn:microsoft.com/office/officeart/2011/layout/ConvergingText"/>
    <dgm:cxn modelId="{4CE7FCA0-C48E-44FA-A748-CB275592FEDC}" type="presParOf" srcId="{9BD89C0E-74E8-4E80-901B-3C5DB520ED77}" destId="{1CECA02C-65E7-487F-89AC-36381F654E2A}" srcOrd="27" destOrd="0" presId="urn:microsoft.com/office/officeart/2011/layout/ConvergingText"/>
    <dgm:cxn modelId="{755F152E-11BA-4A74-9440-3EFC07DFB395}" type="presParOf" srcId="{9BD89C0E-74E8-4E80-901B-3C5DB520ED77}" destId="{BE8D97E4-49E4-40F8-87EE-343547F9716A}" srcOrd="28" destOrd="0" presId="urn:microsoft.com/office/officeart/2011/layout/ConvergingText"/>
    <dgm:cxn modelId="{BFCA1E07-6160-4132-A88A-D0D6EA26A5AF}" type="presParOf" srcId="{9BD89C0E-74E8-4E80-901B-3C5DB520ED77}" destId="{1E032E4E-7040-4A05-A785-DAE7172A44F8}" srcOrd="29" destOrd="0" presId="urn:microsoft.com/office/officeart/2011/layout/ConvergingText"/>
    <dgm:cxn modelId="{E1430072-BA47-4771-953C-A979E3541784}" type="presParOf" srcId="{9BD89C0E-74E8-4E80-901B-3C5DB520ED77}" destId="{1B72A291-71B3-4F80-86EE-16E7B8B1A48B}" srcOrd="30" destOrd="0" presId="urn:microsoft.com/office/officeart/2011/layout/ConvergingText"/>
    <dgm:cxn modelId="{CBB14C4F-B631-4532-8FD9-5ABFC72EE929}" type="presParOf" srcId="{9BD89C0E-74E8-4E80-901B-3C5DB520ED77}" destId="{AED18024-B78B-45E1-8771-12716E27AFA4}" srcOrd="31" destOrd="0" presId="urn:microsoft.com/office/officeart/2011/layout/ConvergingText"/>
    <dgm:cxn modelId="{BB8147AC-52E1-49A2-BECF-F5C1CA6CBB91}" type="presParOf" srcId="{9BD89C0E-74E8-4E80-901B-3C5DB520ED77}" destId="{BC07A2CC-1BDE-43DB-9AE8-DD54D78094D5}" srcOrd="32" destOrd="0" presId="urn:microsoft.com/office/officeart/2011/layout/ConvergingText"/>
    <dgm:cxn modelId="{C02A9CEF-B030-46B5-A123-E86AC671B57B}" type="presParOf" srcId="{9BD89C0E-74E8-4E80-901B-3C5DB520ED77}" destId="{1482CEED-96F7-44E8-B5D8-75F6856E0990}" srcOrd="33" destOrd="0" presId="urn:microsoft.com/office/officeart/2011/layout/ConvergingText"/>
    <dgm:cxn modelId="{99E5412B-5222-43FF-8B96-C2EE2544E603}" type="presParOf" srcId="{9BD89C0E-74E8-4E80-901B-3C5DB520ED77}" destId="{C760F2D2-22FF-4021-B213-2634AD1C7191}" srcOrd="34" destOrd="0" presId="urn:microsoft.com/office/officeart/2011/layout/ConvergingText"/>
    <dgm:cxn modelId="{92FDCF37-8388-4552-9B60-1DC56D6DF49B}" type="presParOf" srcId="{9BD89C0E-74E8-4E80-901B-3C5DB520ED77}" destId="{42458D48-1DFD-4ED8-8621-2E4D68CE99B6}" srcOrd="35" destOrd="0" presId="urn:microsoft.com/office/officeart/2011/layout/ConvergingText"/>
    <dgm:cxn modelId="{8DC8F450-DDE8-4FC9-98CA-01157A49CE99}" type="presParOf" srcId="{9BD89C0E-74E8-4E80-901B-3C5DB520ED77}" destId="{76EBC5FE-E427-4B7D-92A6-D692D51FCED4}" srcOrd="36" destOrd="0" presId="urn:microsoft.com/office/officeart/2011/layout/ConvergingText"/>
    <dgm:cxn modelId="{83E2C0FE-EF4E-41B4-86AB-600604C65DB0}" type="presParOf" srcId="{9BD89C0E-74E8-4E80-901B-3C5DB520ED77}" destId="{855F21B1-4279-461A-8F3A-0F3F736398B4}" srcOrd="37" destOrd="0" presId="urn:microsoft.com/office/officeart/2011/layout/ConvergingText"/>
    <dgm:cxn modelId="{2BFA969E-41E5-4B1B-8151-5C37392456F3}" type="presParOf" srcId="{9BD89C0E-74E8-4E80-901B-3C5DB520ED77}" destId="{5B94521D-955D-44AB-A4BD-3ABC04458397}" srcOrd="38" destOrd="0" presId="urn:microsoft.com/office/officeart/2011/layout/ConvergingText"/>
    <dgm:cxn modelId="{32C819D1-9EFF-428A-9E04-CD4CFD427394}" type="presParOf" srcId="{9BD89C0E-74E8-4E80-901B-3C5DB520ED77}" destId="{5E2B9B51-0250-4375-A7FD-49D1989F63F3}" srcOrd="39" destOrd="0" presId="urn:microsoft.com/office/officeart/2011/layout/ConvergingText"/>
    <dgm:cxn modelId="{0C799B82-A899-4C14-BBEE-EE6FF4D610AC}" type="presParOf" srcId="{9BD89C0E-74E8-4E80-901B-3C5DB520ED77}" destId="{6A8AB2EC-26B3-4936-A5E7-256969A68A44}" srcOrd="40" destOrd="0" presId="urn:microsoft.com/office/officeart/2011/layout/ConvergingText"/>
    <dgm:cxn modelId="{EDAEA6AD-43EF-47A3-85BB-ED0B183BE003}" type="presParOf" srcId="{9BD89C0E-74E8-4E80-901B-3C5DB520ED77}" destId="{1A9CB802-41E5-4BC2-A63F-D74C6B2ADE8D}" srcOrd="41" destOrd="0" presId="urn:microsoft.com/office/officeart/2011/layout/ConvergingText"/>
    <dgm:cxn modelId="{1410DD3E-7242-41D3-8671-0D98E2AB6544}" type="presParOf" srcId="{9BD89C0E-74E8-4E80-901B-3C5DB520ED77}" destId="{A229D15B-9BEA-442B-923D-42E949A29C16}" srcOrd="42" destOrd="0" presId="urn:microsoft.com/office/officeart/2011/layout/ConvergingText"/>
    <dgm:cxn modelId="{7DE3FA4C-542F-4CA2-A508-A654D4445C10}" type="presParOf" srcId="{9BD89C0E-74E8-4E80-901B-3C5DB520ED77}" destId="{D0E6533A-6B7A-4A37-AFAE-BFD7292EB3D6}" srcOrd="43" destOrd="0" presId="urn:microsoft.com/office/officeart/2011/layout/ConvergingText"/>
    <dgm:cxn modelId="{D4F8CFAF-610E-44E2-92BE-2D16E73D3941}" type="presParOf" srcId="{9BD89C0E-74E8-4E80-901B-3C5DB520ED77}" destId="{1FA998BF-4ED9-49F1-B79F-3F6C88FD377A}" srcOrd="44" destOrd="0" presId="urn:microsoft.com/office/officeart/2011/layout/ConvergingText"/>
    <dgm:cxn modelId="{76F9BE61-9567-4EB8-8F12-83C83F109947}" type="presParOf" srcId="{9BD89C0E-74E8-4E80-901B-3C5DB520ED77}" destId="{415C3C6F-45DA-4085-A425-E1394D010237}" srcOrd="45" destOrd="0" presId="urn:microsoft.com/office/officeart/2011/layout/ConvergingText"/>
    <dgm:cxn modelId="{A8B06738-5095-415B-B0C9-133FAD8C5FC0}" type="presParOf" srcId="{9BD89C0E-74E8-4E80-901B-3C5DB520ED77}" destId="{5D26477C-E935-4484-BC5F-9FB9EC58F4F6}" srcOrd="46" destOrd="0" presId="urn:microsoft.com/office/officeart/2011/layout/ConvergingText"/>
    <dgm:cxn modelId="{61A42A06-A437-4617-973B-E9A54DCE9FCE}" type="presParOf" srcId="{9BD89C0E-74E8-4E80-901B-3C5DB520ED77}" destId="{706E272E-8C76-427C-84BE-189AA9289E8C}" srcOrd="47" destOrd="0" presId="urn:microsoft.com/office/officeart/2011/layout/ConvergingText"/>
    <dgm:cxn modelId="{028C2C39-CE76-4ED3-802D-4CE13990D48F}" type="presParOf" srcId="{9BD89C0E-74E8-4E80-901B-3C5DB520ED77}" destId="{CD92E915-7E9E-41D3-9AB0-A7624D70CC83}" srcOrd="48" destOrd="0" presId="urn:microsoft.com/office/officeart/2011/layout/ConvergingText"/>
    <dgm:cxn modelId="{9427B479-ACF9-4BFD-B89D-14872A8FC370}" type="presParOf" srcId="{9BD89C0E-74E8-4E80-901B-3C5DB520ED77}" destId="{A82D9868-0F18-4F1C-AF07-527ACB6673DE}" srcOrd="49" destOrd="0" presId="urn:microsoft.com/office/officeart/2011/layout/ConvergingText"/>
    <dgm:cxn modelId="{219753A1-B45E-4EDD-98B8-CC2864667A1F}" type="presParOf" srcId="{9BD89C0E-74E8-4E80-901B-3C5DB520ED77}" destId="{5F123B90-F3BA-4529-A5DA-A3B8A8452F60}" srcOrd="50" destOrd="0" presId="urn:microsoft.com/office/officeart/2011/layout/ConvergingText"/>
    <dgm:cxn modelId="{5F4B0A11-5CF9-4371-81CE-80899952D417}" type="presParOf" srcId="{9BD89C0E-74E8-4E80-901B-3C5DB520ED77}" destId="{D4487F25-A6B9-4A8E-A147-2209D94BC2CF}" srcOrd="51" destOrd="0" presId="urn:microsoft.com/office/officeart/2011/layout/ConvergingText"/>
    <dgm:cxn modelId="{F6B5CE59-CA9C-4820-8ABC-C4B11BE9D10F}" type="presParOf" srcId="{9BD89C0E-74E8-4E80-901B-3C5DB520ED77}" destId="{E08C6E7A-0555-4717-9029-92D8D072FF0A}" srcOrd="52" destOrd="0" presId="urn:microsoft.com/office/officeart/2011/layout/ConvergingText"/>
    <dgm:cxn modelId="{90EEC4DD-A783-4A98-8287-A2B2C7FA062F}" type="presParOf" srcId="{9BD89C0E-74E8-4E80-901B-3C5DB520ED77}" destId="{6A2B3268-CC36-4D60-85DE-A9A4F294B310}" srcOrd="53" destOrd="0" presId="urn:microsoft.com/office/officeart/2011/layout/ConvergingText"/>
    <dgm:cxn modelId="{114DA51A-BDFD-4343-BA9D-022340386228}" type="presParOf" srcId="{9BD89C0E-74E8-4E80-901B-3C5DB520ED77}" destId="{80F9196B-4E1E-4B4D-9AF7-71BA3F788C3B}" srcOrd="54" destOrd="0" presId="urn:microsoft.com/office/officeart/2011/layout/ConvergingText"/>
    <dgm:cxn modelId="{8863F1DC-0B2E-4C7D-A882-301523886B01}" type="presParOf" srcId="{9BD89C0E-74E8-4E80-901B-3C5DB520ED77}" destId="{0451899F-ADE1-415B-B38F-C3FD822B342F}" srcOrd="55" destOrd="0" presId="urn:microsoft.com/office/officeart/2011/layout/ConvergingText"/>
    <dgm:cxn modelId="{A7D42B8B-DA88-4D5D-9B67-B062CDA12376}" type="presParOf" srcId="{876BB9F9-2C55-456B-8C1A-F0C2D7F76446}" destId="{51DF1CC5-4F77-4FE6-A68E-421DA489D4E6}" srcOrd="3" destOrd="0" presId="urn:microsoft.com/office/officeart/2011/layout/ConvergingText"/>
    <dgm:cxn modelId="{5F96AC9B-A678-49CD-8245-991BD3875FC9}" type="presParOf" srcId="{876BB9F9-2C55-456B-8C1A-F0C2D7F76446}" destId="{E8F2433A-F8DC-4E85-99D9-5714A22F92D7}" srcOrd="4" destOrd="0" presId="urn:microsoft.com/office/officeart/2011/layout/ConvergingText"/>
    <dgm:cxn modelId="{D3A6D6A7-9C95-4365-B32E-AF198AA6E81C}" type="presParOf" srcId="{E8F2433A-F8DC-4E85-99D9-5714A22F92D7}" destId="{211738E6-727B-4159-89A6-1864F3F14529}" srcOrd="0" destOrd="0" presId="urn:microsoft.com/office/officeart/2011/layout/ConvergingText"/>
    <dgm:cxn modelId="{89ED94E5-2544-4656-9D07-F214D0BD65C4}" type="presParOf" srcId="{E8F2433A-F8DC-4E85-99D9-5714A22F92D7}" destId="{5FE0A950-ED72-44A3-954E-4B0E22780AC2}" srcOrd="1" destOrd="0" presId="urn:microsoft.com/office/officeart/2011/layout/ConvergingText"/>
    <dgm:cxn modelId="{078778B8-603F-4856-BFEF-56F59AC03BA1}" type="presParOf" srcId="{E8F2433A-F8DC-4E85-99D9-5714A22F92D7}" destId="{13EB7E45-E790-4553-BAB8-BFE98BE99AC8}" srcOrd="2" destOrd="0" presId="urn:microsoft.com/office/officeart/2011/layout/ConvergingText"/>
    <dgm:cxn modelId="{679E02FD-A4A0-4832-A7FE-CEA2B84AD64B}" type="presParOf" srcId="{E8F2433A-F8DC-4E85-99D9-5714A22F92D7}" destId="{3EA0DFD9-92D8-4D1D-AB39-2A3A97C3F698}" srcOrd="3" destOrd="0" presId="urn:microsoft.com/office/officeart/2011/layout/ConvergingText"/>
    <dgm:cxn modelId="{C362540B-F85A-41B9-8258-2C07810AE53A}" type="presParOf" srcId="{E8F2433A-F8DC-4E85-99D9-5714A22F92D7}" destId="{5897F9D3-7D2C-4F7B-A6C7-6975CD08A676}" srcOrd="4" destOrd="0" presId="urn:microsoft.com/office/officeart/2011/layout/ConvergingText"/>
    <dgm:cxn modelId="{71D4614C-4F49-44D9-A16C-C9F53A807B3C}" type="presParOf" srcId="{E8F2433A-F8DC-4E85-99D9-5714A22F92D7}" destId="{45EF93BB-96A0-4C69-9E56-FEFFF949DE4A}" srcOrd="5" destOrd="0" presId="urn:microsoft.com/office/officeart/2011/layout/ConvergingText"/>
    <dgm:cxn modelId="{93749273-AD13-4714-8D52-FF838FCD8524}" type="presParOf" srcId="{E8F2433A-F8DC-4E85-99D9-5714A22F92D7}" destId="{8222C277-92EA-4DBE-BA3B-94997589C0AD}" srcOrd="6" destOrd="0" presId="urn:microsoft.com/office/officeart/2011/layout/ConvergingText"/>
    <dgm:cxn modelId="{C7EDC25E-B136-4260-9C5D-CD4DC9AAB125}" type="presParOf" srcId="{E8F2433A-F8DC-4E85-99D9-5714A22F92D7}" destId="{3629436D-77FD-4663-9907-157A8BD2831B}" srcOrd="7" destOrd="0" presId="urn:microsoft.com/office/officeart/2011/layout/ConvergingText"/>
    <dgm:cxn modelId="{25A3F351-EE3F-44A6-A3DF-764E20696A34}" type="presParOf" srcId="{E8F2433A-F8DC-4E85-99D9-5714A22F92D7}" destId="{804F62B8-3368-42D4-9874-5EAF5D8B9137}" srcOrd="8" destOrd="0" presId="urn:microsoft.com/office/officeart/2011/layout/ConvergingText"/>
    <dgm:cxn modelId="{2824F0A7-452A-4CE6-B281-5057656241D6}" type="presParOf" srcId="{E8F2433A-F8DC-4E85-99D9-5714A22F92D7}" destId="{70F3FF15-62AE-4627-B0C0-4E7C20FC261E}" srcOrd="9" destOrd="0" presId="urn:microsoft.com/office/officeart/2011/layout/ConvergingText"/>
    <dgm:cxn modelId="{36DB2B14-4B33-44CE-90DF-D52DA8F77113}" type="presParOf" srcId="{E8F2433A-F8DC-4E85-99D9-5714A22F92D7}" destId="{357D1351-4D07-45BF-9477-23D0D0988B4B}" srcOrd="10" destOrd="0" presId="urn:microsoft.com/office/officeart/2011/layout/ConvergingText"/>
    <dgm:cxn modelId="{5E59E949-52A6-46A9-81FA-C99149EC09C7}" type="presParOf" srcId="{E8F2433A-F8DC-4E85-99D9-5714A22F92D7}" destId="{7E48DD3A-65E4-4083-96EC-082E6D509E57}" srcOrd="11" destOrd="0" presId="urn:microsoft.com/office/officeart/2011/layout/ConvergingText"/>
    <dgm:cxn modelId="{DBA861F1-B933-4178-A3C6-2CFF535B2B10}" type="presParOf" srcId="{E8F2433A-F8DC-4E85-99D9-5714A22F92D7}" destId="{24400918-6680-4DDA-B584-0E00738A1543}" srcOrd="12" destOrd="0" presId="urn:microsoft.com/office/officeart/2011/layout/ConvergingText"/>
    <dgm:cxn modelId="{78103648-A8C2-4E4B-B527-75BEADCAA5FF}" type="presParOf" srcId="{E8F2433A-F8DC-4E85-99D9-5714A22F92D7}" destId="{17289202-95F8-42CB-8421-3023D2D1E892}" srcOrd="13" destOrd="0" presId="urn:microsoft.com/office/officeart/2011/layout/ConvergingText"/>
    <dgm:cxn modelId="{06761E92-A582-43B0-A973-A6933AD7F5DE}" type="presParOf" srcId="{E8F2433A-F8DC-4E85-99D9-5714A22F92D7}" destId="{BD3B24E9-D507-4369-983C-077EEDD3B0B9}" srcOrd="14" destOrd="0" presId="urn:microsoft.com/office/officeart/2011/layout/ConvergingText"/>
    <dgm:cxn modelId="{CCEB1E7E-9F56-4515-B465-D1D5F42178D2}" type="presParOf" srcId="{E8F2433A-F8DC-4E85-99D9-5714A22F92D7}" destId="{61B77463-F85A-4824-98E6-A33C33B4BB97}" srcOrd="15" destOrd="0" presId="urn:microsoft.com/office/officeart/2011/layout/ConvergingText"/>
    <dgm:cxn modelId="{C862A617-6432-4EA8-BE21-02C4F4C97B34}" type="presParOf" srcId="{E8F2433A-F8DC-4E85-99D9-5714A22F92D7}" destId="{39309FAB-1E2C-4E72-BE51-E3CEC4E7EF9D}" srcOrd="16" destOrd="0" presId="urn:microsoft.com/office/officeart/2011/layout/ConvergingText"/>
    <dgm:cxn modelId="{B4247C99-C7B7-4DB2-A529-EBB183D25595}" type="presParOf" srcId="{E8F2433A-F8DC-4E85-99D9-5714A22F92D7}" destId="{46BB86AD-6576-49D6-B090-7F7645AFDAF5}" srcOrd="17" destOrd="0" presId="urn:microsoft.com/office/officeart/2011/layout/ConvergingText"/>
    <dgm:cxn modelId="{7CD4501A-8118-4D0D-B85F-DC04CB43B6B1}" type="presParOf" srcId="{E8F2433A-F8DC-4E85-99D9-5714A22F92D7}" destId="{C81FE52F-8D7C-4360-8267-74FA3BE082C1}" srcOrd="18" destOrd="0" presId="urn:microsoft.com/office/officeart/2011/layout/ConvergingText"/>
    <dgm:cxn modelId="{1CFA1592-3E9A-446D-8A09-830C7599AF51}" type="presParOf" srcId="{E8F2433A-F8DC-4E85-99D9-5714A22F92D7}" destId="{1933B1FB-11B8-434B-BFF5-ADC83950DB41}" srcOrd="19" destOrd="0" presId="urn:microsoft.com/office/officeart/2011/layout/ConvergingText"/>
    <dgm:cxn modelId="{AA321AC6-CC6B-482F-BDA7-3E91498E2A28}" type="presParOf" srcId="{E8F2433A-F8DC-4E85-99D9-5714A22F92D7}" destId="{CC71BCB8-7615-41A4-9974-A0695006B6E7}" srcOrd="20" destOrd="0" presId="urn:microsoft.com/office/officeart/2011/layout/ConvergingText"/>
    <dgm:cxn modelId="{37121669-6BE2-40A9-8180-8CACFED19498}" type="presParOf" srcId="{E8F2433A-F8DC-4E85-99D9-5714A22F92D7}" destId="{52A56CDE-0D46-4365-8568-DD71BC77E770}" srcOrd="21" destOrd="0" presId="urn:microsoft.com/office/officeart/2011/layout/ConvergingText"/>
    <dgm:cxn modelId="{CD2AA4C6-8CBF-4372-A036-91496D4BE0E5}" type="presParOf" srcId="{E8F2433A-F8DC-4E85-99D9-5714A22F92D7}" destId="{49E747EC-B4AD-4783-8077-D2CE9A614AB2}" srcOrd="22" destOrd="0" presId="urn:microsoft.com/office/officeart/2011/layout/ConvergingText"/>
    <dgm:cxn modelId="{97DB19AC-93B0-4BBE-B02D-BA0B59A785D1}" type="presParOf" srcId="{E8F2433A-F8DC-4E85-99D9-5714A22F92D7}" destId="{2B3CCBB0-ED20-493E-AEF7-91D9961C30F3}" srcOrd="23" destOrd="0" presId="urn:microsoft.com/office/officeart/2011/layout/ConvergingText"/>
    <dgm:cxn modelId="{803AEA08-2367-4C5B-A23F-82E1778D0FAF}" type="presParOf" srcId="{E8F2433A-F8DC-4E85-99D9-5714A22F92D7}" destId="{D1BC2AAE-47C5-435A-A971-34BEB1D82A3C}" srcOrd="24" destOrd="0" presId="urn:microsoft.com/office/officeart/2011/layout/ConvergingText"/>
    <dgm:cxn modelId="{973447F6-7A32-42F5-B988-9D840FEB9303}" type="presParOf" srcId="{E8F2433A-F8DC-4E85-99D9-5714A22F92D7}" destId="{4DE4D09C-59F9-439E-8C8D-C3A409D575AA}" srcOrd="25" destOrd="0" presId="urn:microsoft.com/office/officeart/2011/layout/ConvergingText"/>
    <dgm:cxn modelId="{251E12AB-66E3-47DD-B445-1D9347787BAE}" type="presParOf" srcId="{E8F2433A-F8DC-4E85-99D9-5714A22F92D7}" destId="{065F1D14-DB84-49F8-9E04-6BD6CA0F3D08}" srcOrd="26" destOrd="0" presId="urn:microsoft.com/office/officeart/2011/layout/ConvergingText"/>
    <dgm:cxn modelId="{0A1585BC-4C9F-4CE9-868B-64BDB7D585C4}" type="presParOf" srcId="{E8F2433A-F8DC-4E85-99D9-5714A22F92D7}" destId="{3D03FFF9-633F-403D-9501-49C5FB328D44}" srcOrd="27" destOrd="0" presId="urn:microsoft.com/office/officeart/2011/layout/ConvergingText"/>
    <dgm:cxn modelId="{B5729221-FB84-4899-AD4E-4152E30FC192}" type="presParOf" srcId="{E8F2433A-F8DC-4E85-99D9-5714A22F92D7}" destId="{09464E81-831F-4FF8-B6C8-A87DF2ADE7F6}" srcOrd="28" destOrd="0" presId="urn:microsoft.com/office/officeart/2011/layout/ConvergingText"/>
    <dgm:cxn modelId="{7DC2B482-4CE6-464E-80B1-7DB70B45F19A}" type="presParOf" srcId="{E8F2433A-F8DC-4E85-99D9-5714A22F92D7}" destId="{EFCDE469-7E64-493F-A67A-4050EAE46435}" srcOrd="29" destOrd="0" presId="urn:microsoft.com/office/officeart/2011/layout/ConvergingText"/>
    <dgm:cxn modelId="{6E8C1858-F1C1-4D58-B562-847F21E14E0E}" type="presParOf" srcId="{E8F2433A-F8DC-4E85-99D9-5714A22F92D7}" destId="{B3DC5168-F6F2-42C2-A011-1485067DD14C}" srcOrd="30" destOrd="0" presId="urn:microsoft.com/office/officeart/2011/layout/ConvergingText"/>
    <dgm:cxn modelId="{08D7485E-FA24-49BC-A7B4-BD818E9B8654}" type="presParOf" srcId="{E8F2433A-F8DC-4E85-99D9-5714A22F92D7}" destId="{80961EF7-C3DB-4A3B-9567-584CA36A8152}" srcOrd="31" destOrd="0" presId="urn:microsoft.com/office/officeart/2011/layout/ConvergingText"/>
    <dgm:cxn modelId="{A3223B75-6A5E-42C2-851F-C12FD20E8BC9}" type="presParOf" srcId="{E8F2433A-F8DC-4E85-99D9-5714A22F92D7}" destId="{26A0221F-46EC-49FB-8A1A-316D84FE0A84}" srcOrd="32" destOrd="0" presId="urn:microsoft.com/office/officeart/2011/layout/ConvergingText"/>
    <dgm:cxn modelId="{59819267-3811-4E50-87BA-63B0ABBD3548}" type="presParOf" srcId="{E8F2433A-F8DC-4E85-99D9-5714A22F92D7}" destId="{8AC8C2CA-54B8-4EF7-A57C-48854224133F}" srcOrd="33" destOrd="0" presId="urn:microsoft.com/office/officeart/2011/layout/ConvergingText"/>
    <dgm:cxn modelId="{C52AF19A-7A8B-4CB5-A7AF-60951974070D}" type="presParOf" srcId="{E8F2433A-F8DC-4E85-99D9-5714A22F92D7}" destId="{CD9D0E52-E179-4E13-AD14-2EA88A761046}" srcOrd="34" destOrd="0" presId="urn:microsoft.com/office/officeart/2011/layout/ConvergingText"/>
    <dgm:cxn modelId="{CE0524D4-3B0F-4C74-84AB-881CC87593A2}" type="presParOf" srcId="{E8F2433A-F8DC-4E85-99D9-5714A22F92D7}" destId="{93F27A97-544E-4026-8792-6B689810D20C}" srcOrd="35" destOrd="0" presId="urn:microsoft.com/office/officeart/2011/layout/ConvergingText"/>
    <dgm:cxn modelId="{64EF143E-5014-47F2-B803-7E7A3C6259DC}" type="presParOf" srcId="{E8F2433A-F8DC-4E85-99D9-5714A22F92D7}" destId="{BFA9E147-CCC2-4AB1-889C-729AB257FDC8}" srcOrd="36" destOrd="0" presId="urn:microsoft.com/office/officeart/2011/layout/ConvergingText"/>
    <dgm:cxn modelId="{AB5F25AD-B98C-4BDF-9A29-ADE2463C28EE}" type="presParOf" srcId="{E8F2433A-F8DC-4E85-99D9-5714A22F92D7}" destId="{BF1325CC-E1C7-48D0-8264-13D59891D2C5}" srcOrd="37" destOrd="0" presId="urn:microsoft.com/office/officeart/2011/layout/ConvergingText"/>
    <dgm:cxn modelId="{53E30D78-D421-479C-ABC9-44F261BB3651}" type="presParOf" srcId="{E8F2433A-F8DC-4E85-99D9-5714A22F92D7}" destId="{7D97193B-CF78-4363-B56B-178E08CC27CD}" srcOrd="38" destOrd="0" presId="urn:microsoft.com/office/officeart/2011/layout/ConvergingText"/>
    <dgm:cxn modelId="{051EB050-7149-4F5B-A142-8E54C7216921}" type="presParOf" srcId="{E8F2433A-F8DC-4E85-99D9-5714A22F92D7}" destId="{C7332FBB-FC9C-4DD7-8FB3-2B52836C8312}" srcOrd="39" destOrd="0" presId="urn:microsoft.com/office/officeart/2011/layout/ConvergingText"/>
    <dgm:cxn modelId="{A2346F93-4EAB-471E-8B08-4441B0AC815B}" type="presParOf" srcId="{E8F2433A-F8DC-4E85-99D9-5714A22F92D7}" destId="{DB8FDDF4-7678-42D7-A738-F5BE7AE5D564}" srcOrd="40" destOrd="0" presId="urn:microsoft.com/office/officeart/2011/layout/ConvergingText"/>
    <dgm:cxn modelId="{87A6AFF7-923F-4F2F-B200-9FF15253D2DF}" type="presParOf" srcId="{E8F2433A-F8DC-4E85-99D9-5714A22F92D7}" destId="{F5416092-9E06-4DC7-9140-976F3648473F}" srcOrd="41" destOrd="0" presId="urn:microsoft.com/office/officeart/2011/layout/ConvergingText"/>
    <dgm:cxn modelId="{96CB8222-5648-431C-AD1D-1F06F8E337DD}" type="presParOf" srcId="{E8F2433A-F8DC-4E85-99D9-5714A22F92D7}" destId="{9E598362-9A4A-464C-8921-5846396D150C}" srcOrd="42" destOrd="0" presId="urn:microsoft.com/office/officeart/2011/layout/ConvergingText"/>
    <dgm:cxn modelId="{8B9E1344-F851-4F9F-85B7-B25E97383A9F}" type="presParOf" srcId="{E8F2433A-F8DC-4E85-99D9-5714A22F92D7}" destId="{39EE3C91-8068-404E-A5C1-72FE8DCF8CE3}" srcOrd="43" destOrd="0" presId="urn:microsoft.com/office/officeart/2011/layout/ConvergingText"/>
    <dgm:cxn modelId="{9B112DC0-2B1B-44B9-AC85-2310DA93384C}" type="presParOf" srcId="{E8F2433A-F8DC-4E85-99D9-5714A22F92D7}" destId="{C102DFDC-220A-46AE-ACAB-1AB51EFA2544}" srcOrd="44" destOrd="0" presId="urn:microsoft.com/office/officeart/2011/layout/ConvergingText"/>
    <dgm:cxn modelId="{C8BDFFEE-D264-4AFE-A833-C42AA4125417}" type="presParOf" srcId="{E8F2433A-F8DC-4E85-99D9-5714A22F92D7}" destId="{7A828E68-60A1-4F74-AAA8-383C3DAAB583}" srcOrd="45" destOrd="0" presId="urn:microsoft.com/office/officeart/2011/layout/ConvergingText"/>
    <dgm:cxn modelId="{2472C65D-FC74-47D9-84B9-092D1976F814}" type="presParOf" srcId="{E8F2433A-F8DC-4E85-99D9-5714A22F92D7}" destId="{8DE9CD28-3DCB-43BC-A7F1-20C4CE9F76E3}" srcOrd="46" destOrd="0" presId="urn:microsoft.com/office/officeart/2011/layout/ConvergingText"/>
    <dgm:cxn modelId="{FF630156-B84B-42DA-9B7D-02DC3FF7FB0C}" type="presParOf" srcId="{E8F2433A-F8DC-4E85-99D9-5714A22F92D7}" destId="{BA175758-327D-48DE-B98F-ABDBEE1087D6}" srcOrd="47" destOrd="0" presId="urn:microsoft.com/office/officeart/2011/layout/ConvergingText"/>
    <dgm:cxn modelId="{9FCD79A6-E4D0-4139-A3F4-4BB340AFACD8}" type="presParOf" srcId="{E8F2433A-F8DC-4E85-99D9-5714A22F92D7}" destId="{3352727E-428A-4C56-BE16-297DE9EC66F4}" srcOrd="48" destOrd="0" presId="urn:microsoft.com/office/officeart/2011/layout/ConvergingText"/>
    <dgm:cxn modelId="{AC5486CB-706F-4285-8F63-7AE7F2CC1C20}" type="presParOf" srcId="{E8F2433A-F8DC-4E85-99D9-5714A22F92D7}" destId="{0E190423-BB6A-4E19-9F88-17BCD58593FF}" srcOrd="49" destOrd="0" presId="urn:microsoft.com/office/officeart/2011/layout/ConvergingText"/>
    <dgm:cxn modelId="{3D09CD26-728A-4F07-9A5D-879F45BE4098}" type="presParOf" srcId="{E8F2433A-F8DC-4E85-99D9-5714A22F92D7}" destId="{C803E817-5C5A-488B-9AC0-F2B52BE2A3A4}" srcOrd="50" destOrd="0" presId="urn:microsoft.com/office/officeart/2011/layout/ConvergingText"/>
    <dgm:cxn modelId="{18339D1F-893E-4674-A747-9A4E7D654236}" type="presParOf" srcId="{E8F2433A-F8DC-4E85-99D9-5714A22F92D7}" destId="{9E4EF744-0CB2-49FC-AD16-6A4726392B6F}" srcOrd="51" destOrd="0" presId="urn:microsoft.com/office/officeart/2011/layout/ConvergingText"/>
    <dgm:cxn modelId="{3A826A0C-8CA5-48BF-9B73-5CB84256866C}" type="presParOf" srcId="{E8F2433A-F8DC-4E85-99D9-5714A22F92D7}" destId="{54F78AA7-9848-4DC0-81B2-9B5733309842}" srcOrd="52" destOrd="0" presId="urn:microsoft.com/office/officeart/2011/layout/ConvergingText"/>
    <dgm:cxn modelId="{34EEFF6B-FCF6-4F27-BFB3-20D2C57B85D4}" type="presParOf" srcId="{E8F2433A-F8DC-4E85-99D9-5714A22F92D7}" destId="{18ADE3A8-7E64-4CF8-916F-EB43B8B4D832}" srcOrd="53" destOrd="0" presId="urn:microsoft.com/office/officeart/2011/layout/ConvergingText"/>
    <dgm:cxn modelId="{5E0A86CB-F94C-496F-9F49-E43A19D38997}" type="presParOf" srcId="{E8F2433A-F8DC-4E85-99D9-5714A22F92D7}" destId="{4A658E48-4DE8-4851-8B81-C0CF296BA34C}" srcOrd="54" destOrd="0" presId="urn:microsoft.com/office/officeart/2011/layout/ConvergingText"/>
    <dgm:cxn modelId="{97A00630-EEDB-4C87-AF35-C38D0689A8BA}" type="presParOf" srcId="{E8F2433A-F8DC-4E85-99D9-5714A22F92D7}" destId="{EA064C8E-23D8-4F1B-8F9C-65BD8F649E02}" srcOrd="55" destOrd="0" presId="urn:microsoft.com/office/officeart/2011/layout/ConvergingTex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FE7BBD-DBA4-467D-A9A0-41C2EB77362B}">
      <dsp:nvSpPr>
        <dsp:cNvPr id="0" name=""/>
        <dsp:cNvSpPr/>
      </dsp:nvSpPr>
      <dsp:spPr>
        <a:xfrm>
          <a:off x="2447908" y="2156064"/>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9C06FC9C-FE53-40CE-BA20-0CF6B5ACDC85}">
      <dsp:nvSpPr>
        <dsp:cNvPr id="0" name=""/>
        <dsp:cNvSpPr/>
      </dsp:nvSpPr>
      <dsp:spPr>
        <a:xfrm>
          <a:off x="2232750" y="2156064"/>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E384B5A-CE2D-4B73-B2DA-B9B558E8E16B}">
      <dsp:nvSpPr>
        <dsp:cNvPr id="0" name=""/>
        <dsp:cNvSpPr/>
      </dsp:nvSpPr>
      <dsp:spPr>
        <a:xfrm>
          <a:off x="2017593" y="2156064"/>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17260E3-FBC2-43CE-B268-6E470AFA3ED4}">
      <dsp:nvSpPr>
        <dsp:cNvPr id="0" name=""/>
        <dsp:cNvSpPr/>
      </dsp:nvSpPr>
      <dsp:spPr>
        <a:xfrm>
          <a:off x="1802845" y="2156064"/>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EDD2FDE-4759-42B8-B1F9-79B6161B64E0}">
      <dsp:nvSpPr>
        <dsp:cNvPr id="0" name=""/>
        <dsp:cNvSpPr/>
      </dsp:nvSpPr>
      <dsp:spPr>
        <a:xfrm>
          <a:off x="1587687" y="2156064"/>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D8C5618-85E8-47D4-A769-5AE7DBC9C5B2}">
      <dsp:nvSpPr>
        <dsp:cNvPr id="0" name=""/>
        <dsp:cNvSpPr/>
      </dsp:nvSpPr>
      <dsp:spPr>
        <a:xfrm>
          <a:off x="1255134" y="2097368"/>
          <a:ext cx="234791" cy="234980"/>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98796159-D617-41B9-9EAC-D7D291259BBC}">
      <dsp:nvSpPr>
        <dsp:cNvPr id="0" name=""/>
        <dsp:cNvSpPr/>
      </dsp:nvSpPr>
      <dsp:spPr>
        <a:xfrm>
          <a:off x="2256475" y="1913553"/>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EB16760-320B-45ED-BF83-2A235B7E2529}">
      <dsp:nvSpPr>
        <dsp:cNvPr id="0" name=""/>
        <dsp:cNvSpPr/>
      </dsp:nvSpPr>
      <dsp:spPr>
        <a:xfrm>
          <a:off x="2256475" y="2400313"/>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82F6CDF-EEE8-45E9-BDC7-8523E2B334EF}">
      <dsp:nvSpPr>
        <dsp:cNvPr id="0" name=""/>
        <dsp:cNvSpPr/>
      </dsp:nvSpPr>
      <dsp:spPr>
        <a:xfrm>
          <a:off x="2361190" y="201897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459FCE0-BC3A-479B-88A7-670670B180A0}">
      <dsp:nvSpPr>
        <dsp:cNvPr id="0" name=""/>
        <dsp:cNvSpPr/>
      </dsp:nvSpPr>
      <dsp:spPr>
        <a:xfrm>
          <a:off x="2368144" y="2295470"/>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7EE05D3-679F-408A-9B29-626E6CC840B1}">
      <dsp:nvSpPr>
        <dsp:cNvPr id="0" name=""/>
        <dsp:cNvSpPr/>
      </dsp:nvSpPr>
      <dsp:spPr>
        <a:xfrm>
          <a:off x="-30901" y="1620455"/>
          <a:ext cx="1188683" cy="1188806"/>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Step 1 Login</a:t>
          </a:r>
        </a:p>
        <a:p>
          <a:pPr marL="0" lvl="0" indent="0" algn="ctr" defTabSz="444500">
            <a:lnSpc>
              <a:spcPct val="90000"/>
            </a:lnSpc>
            <a:spcBef>
              <a:spcPct val="0"/>
            </a:spcBef>
            <a:spcAft>
              <a:spcPct val="35000"/>
            </a:spcAft>
            <a:buNone/>
          </a:pPr>
          <a:r>
            <a:rPr lang="en-US" sz="1000" kern="1200" dirty="0"/>
            <a:t>           Or</a:t>
          </a:r>
        </a:p>
        <a:p>
          <a:pPr marL="0" lvl="0" indent="0" algn="ctr" defTabSz="444500">
            <a:lnSpc>
              <a:spcPct val="90000"/>
            </a:lnSpc>
            <a:spcBef>
              <a:spcPct val="0"/>
            </a:spcBef>
            <a:spcAft>
              <a:spcPct val="35000"/>
            </a:spcAft>
            <a:buNone/>
          </a:pPr>
          <a:r>
            <a:rPr lang="en-US" sz="1000" kern="1200" dirty="0"/>
            <a:t>              Sign up</a:t>
          </a:r>
        </a:p>
      </dsp:txBody>
      <dsp:txXfrm>
        <a:off x="143178" y="1794552"/>
        <a:ext cx="840525" cy="840612"/>
      </dsp:txXfrm>
    </dsp:sp>
    <dsp:sp modelId="{CE0B87C8-A4F6-4384-806D-6601BC89B88A}">
      <dsp:nvSpPr>
        <dsp:cNvPr id="0" name=""/>
        <dsp:cNvSpPr/>
      </dsp:nvSpPr>
      <dsp:spPr>
        <a:xfrm>
          <a:off x="-119664" y="1518893"/>
          <a:ext cx="234791" cy="234980"/>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737626E-4620-4735-9C00-F9A4CF1FBFC8}">
      <dsp:nvSpPr>
        <dsp:cNvPr id="0" name=""/>
        <dsp:cNvSpPr/>
      </dsp:nvSpPr>
      <dsp:spPr>
        <a:xfrm>
          <a:off x="-270192" y="1394935"/>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E1C4858-AF75-4733-9CD0-8F6186A5F99D}">
      <dsp:nvSpPr>
        <dsp:cNvPr id="0" name=""/>
        <dsp:cNvSpPr/>
      </dsp:nvSpPr>
      <dsp:spPr>
        <a:xfrm>
          <a:off x="-520937" y="1394935"/>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0725EFF-49F7-4F67-B9C2-A99BD88B5CDD}">
      <dsp:nvSpPr>
        <dsp:cNvPr id="0" name=""/>
        <dsp:cNvSpPr/>
      </dsp:nvSpPr>
      <dsp:spPr>
        <a:xfrm>
          <a:off x="-771681" y="1394935"/>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769BEB2-655B-4400-BE8F-50177BA352D3}">
      <dsp:nvSpPr>
        <dsp:cNvPr id="0" name=""/>
        <dsp:cNvSpPr/>
      </dsp:nvSpPr>
      <dsp:spPr>
        <a:xfrm>
          <a:off x="-1022425" y="1394935"/>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D0EA552-5ACF-4E5B-93B2-99BBBAAD2290}">
      <dsp:nvSpPr>
        <dsp:cNvPr id="0" name=""/>
        <dsp:cNvSpPr/>
      </dsp:nvSpPr>
      <dsp:spPr>
        <a:xfrm>
          <a:off x="-1273579" y="1394935"/>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4CC0D60-72C4-4484-B9FF-0778946B8838}">
      <dsp:nvSpPr>
        <dsp:cNvPr id="0" name=""/>
        <dsp:cNvSpPr/>
      </dsp:nvSpPr>
      <dsp:spPr>
        <a:xfrm>
          <a:off x="-1524323" y="1394935"/>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4071AFF-609E-4146-A39E-ED99E675E763}">
      <dsp:nvSpPr>
        <dsp:cNvPr id="0" name=""/>
        <dsp:cNvSpPr/>
      </dsp:nvSpPr>
      <dsp:spPr>
        <a:xfrm>
          <a:off x="-1525141" y="1091989"/>
          <a:ext cx="1376025" cy="301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To use this application he/she has to login to the dashboard.</a:t>
          </a:r>
        </a:p>
      </dsp:txBody>
      <dsp:txXfrm>
        <a:off x="-1525141" y="1091989"/>
        <a:ext cx="1376025" cy="301980"/>
      </dsp:txXfrm>
    </dsp:sp>
    <dsp:sp modelId="{24AFF1F6-9649-4B99-A320-6538510BFE20}">
      <dsp:nvSpPr>
        <dsp:cNvPr id="0" name=""/>
        <dsp:cNvSpPr/>
      </dsp:nvSpPr>
      <dsp:spPr>
        <a:xfrm>
          <a:off x="-119664" y="2666188"/>
          <a:ext cx="234791" cy="234980"/>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BBEC913-F8EB-4856-9AA0-12B3124C6E2E}">
      <dsp:nvSpPr>
        <dsp:cNvPr id="0" name=""/>
        <dsp:cNvSpPr/>
      </dsp:nvSpPr>
      <dsp:spPr>
        <a:xfrm>
          <a:off x="-270192" y="290541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822AF1E-F5F5-481E-B287-0CF2A2C6A48E}">
      <dsp:nvSpPr>
        <dsp:cNvPr id="0" name=""/>
        <dsp:cNvSpPr/>
      </dsp:nvSpPr>
      <dsp:spPr>
        <a:xfrm>
          <a:off x="-520937" y="290541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ABE7E5F-3553-4D49-8A9E-FBFABEFF244D}">
      <dsp:nvSpPr>
        <dsp:cNvPr id="0" name=""/>
        <dsp:cNvSpPr/>
      </dsp:nvSpPr>
      <dsp:spPr>
        <a:xfrm>
          <a:off x="-771681" y="290541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FAE609C-FF03-4804-A5CE-BEB23C5D18EA}">
      <dsp:nvSpPr>
        <dsp:cNvPr id="0" name=""/>
        <dsp:cNvSpPr/>
      </dsp:nvSpPr>
      <dsp:spPr>
        <a:xfrm>
          <a:off x="-1022425" y="290541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EC2A25F5-1C1B-47A3-A8FD-E593929F1C4D}">
      <dsp:nvSpPr>
        <dsp:cNvPr id="0" name=""/>
        <dsp:cNvSpPr/>
      </dsp:nvSpPr>
      <dsp:spPr>
        <a:xfrm>
          <a:off x="-1273579" y="290541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F6B2C769-C5C7-4789-98FD-1F655BC4F701}">
      <dsp:nvSpPr>
        <dsp:cNvPr id="0" name=""/>
        <dsp:cNvSpPr/>
      </dsp:nvSpPr>
      <dsp:spPr>
        <a:xfrm>
          <a:off x="-1524323" y="2905416"/>
          <a:ext cx="117395" cy="117393"/>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9BAEE241-E3CD-4FEF-8C1F-60D92962D366}">
      <dsp:nvSpPr>
        <dsp:cNvPr id="0" name=""/>
        <dsp:cNvSpPr/>
      </dsp:nvSpPr>
      <dsp:spPr>
        <a:xfrm>
          <a:off x="-1525141" y="2602277"/>
          <a:ext cx="1376025" cy="301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If account is not there, he/she can create a new account by clicking on signup button</a:t>
          </a:r>
        </a:p>
      </dsp:txBody>
      <dsp:txXfrm>
        <a:off x="-1525141" y="2602277"/>
        <a:ext cx="1376025" cy="301980"/>
      </dsp:txXfrm>
    </dsp:sp>
    <dsp:sp modelId="{D6903E7D-EFA4-431C-942C-F4D48CA3D5E4}">
      <dsp:nvSpPr>
        <dsp:cNvPr id="0" name=""/>
        <dsp:cNvSpPr/>
      </dsp:nvSpPr>
      <dsp:spPr>
        <a:xfrm>
          <a:off x="6765349"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BDCA85C-53D9-4617-BFEA-8A0A8F04BB33}">
      <dsp:nvSpPr>
        <dsp:cNvPr id="0" name=""/>
        <dsp:cNvSpPr/>
      </dsp:nvSpPr>
      <dsp:spPr>
        <a:xfrm>
          <a:off x="6550191"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2C22D2B5-3939-4429-9030-D768E1B16D65}">
      <dsp:nvSpPr>
        <dsp:cNvPr id="0" name=""/>
        <dsp:cNvSpPr/>
      </dsp:nvSpPr>
      <dsp:spPr>
        <a:xfrm>
          <a:off x="6335034"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43678F8-AD0D-4E5C-894B-676CD8C51245}">
      <dsp:nvSpPr>
        <dsp:cNvPr id="0" name=""/>
        <dsp:cNvSpPr/>
      </dsp:nvSpPr>
      <dsp:spPr>
        <a:xfrm>
          <a:off x="6120285"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52D5A80-978A-45E7-82B4-2FAD9BEFFF65}">
      <dsp:nvSpPr>
        <dsp:cNvPr id="0" name=""/>
        <dsp:cNvSpPr/>
      </dsp:nvSpPr>
      <dsp:spPr>
        <a:xfrm>
          <a:off x="5905128"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E12DE54-397A-465C-B548-0080459BC14E}">
      <dsp:nvSpPr>
        <dsp:cNvPr id="0" name=""/>
        <dsp:cNvSpPr/>
      </dsp:nvSpPr>
      <dsp:spPr>
        <a:xfrm>
          <a:off x="5572575" y="2076191"/>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99B6BFC3-3DB0-4278-A7BB-EA59796B7416}">
      <dsp:nvSpPr>
        <dsp:cNvPr id="0" name=""/>
        <dsp:cNvSpPr/>
      </dsp:nvSpPr>
      <dsp:spPr>
        <a:xfrm>
          <a:off x="6573916" y="189227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569197D-9F05-4DE1-9447-E2F2B5D832CE}">
      <dsp:nvSpPr>
        <dsp:cNvPr id="0" name=""/>
        <dsp:cNvSpPr/>
      </dsp:nvSpPr>
      <dsp:spPr>
        <a:xfrm>
          <a:off x="6573916" y="2379324"/>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CA35056-E4F1-484A-B702-8E08FA42FDC8}">
      <dsp:nvSpPr>
        <dsp:cNvPr id="0" name=""/>
        <dsp:cNvSpPr/>
      </dsp:nvSpPr>
      <dsp:spPr>
        <a:xfrm>
          <a:off x="6678631" y="1997944"/>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4B0A0D8-1EE2-4D4F-A10C-0867D9C8E6D8}">
      <dsp:nvSpPr>
        <dsp:cNvPr id="0" name=""/>
        <dsp:cNvSpPr/>
      </dsp:nvSpPr>
      <dsp:spPr>
        <a:xfrm>
          <a:off x="6685585" y="2274583"/>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F374573-4555-4DFC-8E3E-CD74F49D9B46}">
      <dsp:nvSpPr>
        <dsp:cNvPr id="0" name=""/>
        <dsp:cNvSpPr/>
      </dsp:nvSpPr>
      <dsp:spPr>
        <a:xfrm>
          <a:off x="4286538" y="1599311"/>
          <a:ext cx="1188683" cy="1188810"/>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Step 2 Dashboard</a:t>
          </a:r>
        </a:p>
      </dsp:txBody>
      <dsp:txXfrm>
        <a:off x="4460617" y="1773408"/>
        <a:ext cx="840525" cy="840616"/>
      </dsp:txXfrm>
    </dsp:sp>
    <dsp:sp modelId="{4186DF2C-6392-4012-B5C9-70974663B37D}">
      <dsp:nvSpPr>
        <dsp:cNvPr id="0" name=""/>
        <dsp:cNvSpPr/>
      </dsp:nvSpPr>
      <dsp:spPr>
        <a:xfrm>
          <a:off x="4763484" y="1273998"/>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93C9380-A1DA-495D-AF63-AF99A7143615}">
      <dsp:nvSpPr>
        <dsp:cNvPr id="0" name=""/>
        <dsp:cNvSpPr/>
      </dsp:nvSpPr>
      <dsp:spPr>
        <a:xfrm>
          <a:off x="4615819" y="1134446"/>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ECD700E-0C15-402F-9723-FCC5CC9B0D2B}">
      <dsp:nvSpPr>
        <dsp:cNvPr id="0" name=""/>
        <dsp:cNvSpPr/>
      </dsp:nvSpPr>
      <dsp:spPr>
        <a:xfrm>
          <a:off x="4450565" y="962239"/>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2E4020C7-5D34-46FB-9127-9D7C7AE39642}">
      <dsp:nvSpPr>
        <dsp:cNvPr id="0" name=""/>
        <dsp:cNvSpPr/>
      </dsp:nvSpPr>
      <dsp:spPr>
        <a:xfrm>
          <a:off x="4286538"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FD84014D-F024-4512-9489-E675B259CA02}">
      <dsp:nvSpPr>
        <dsp:cNvPr id="0" name=""/>
        <dsp:cNvSpPr/>
      </dsp:nvSpPr>
      <dsp:spPr>
        <a:xfrm>
          <a:off x="4035794"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230D7D6-0328-43B6-BA1B-38809746550D}">
      <dsp:nvSpPr>
        <dsp:cNvPr id="0" name=""/>
        <dsp:cNvSpPr/>
      </dsp:nvSpPr>
      <dsp:spPr>
        <a:xfrm>
          <a:off x="3784641"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891E4CE-F4AF-4F96-B13D-1E763ADFBE3E}">
      <dsp:nvSpPr>
        <dsp:cNvPr id="0" name=""/>
        <dsp:cNvSpPr/>
      </dsp:nvSpPr>
      <dsp:spPr>
        <a:xfrm>
          <a:off x="3533896"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0A57991-8730-40DC-9C5C-133425BB559B}">
      <dsp:nvSpPr>
        <dsp:cNvPr id="0" name=""/>
        <dsp:cNvSpPr/>
      </dsp:nvSpPr>
      <dsp:spPr>
        <a:xfrm>
          <a:off x="3283152"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B8BA744-3D04-4C7B-AFF4-6D3A5CB91D0A}">
      <dsp:nvSpPr>
        <dsp:cNvPr id="0" name=""/>
        <dsp:cNvSpPr/>
      </dsp:nvSpPr>
      <dsp:spPr>
        <a:xfrm>
          <a:off x="3032408"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F985482-4393-42C0-8BBC-2821652EC592}">
      <dsp:nvSpPr>
        <dsp:cNvPr id="0" name=""/>
        <dsp:cNvSpPr/>
      </dsp:nvSpPr>
      <dsp:spPr>
        <a:xfrm>
          <a:off x="3029954" y="517090"/>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In dashboard, user will find total 6 modules:</a:t>
          </a:r>
        </a:p>
      </dsp:txBody>
      <dsp:txXfrm>
        <a:off x="3029954" y="517090"/>
        <a:ext cx="1376025" cy="302208"/>
      </dsp:txXfrm>
    </dsp:sp>
    <dsp:sp modelId="{6114E26D-A789-4044-AFA1-296A72FBBB4B}">
      <dsp:nvSpPr>
        <dsp:cNvPr id="0" name=""/>
        <dsp:cNvSpPr/>
      </dsp:nvSpPr>
      <dsp:spPr>
        <a:xfrm>
          <a:off x="4197776" y="1497959"/>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FFBF8BC-4724-4E4B-AC48-C8778ACB5F5B}">
      <dsp:nvSpPr>
        <dsp:cNvPr id="0" name=""/>
        <dsp:cNvSpPr/>
      </dsp:nvSpPr>
      <dsp:spPr>
        <a:xfrm>
          <a:off x="4047247"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D94A855-E4E8-4F98-88DB-B8D09F5A89FF}">
      <dsp:nvSpPr>
        <dsp:cNvPr id="0" name=""/>
        <dsp:cNvSpPr/>
      </dsp:nvSpPr>
      <dsp:spPr>
        <a:xfrm>
          <a:off x="3796503"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DB89751-2CA1-4B54-AC2C-649F74CC1861}">
      <dsp:nvSpPr>
        <dsp:cNvPr id="0" name=""/>
        <dsp:cNvSpPr/>
      </dsp:nvSpPr>
      <dsp:spPr>
        <a:xfrm>
          <a:off x="3545759"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0CE6C2C-635C-431B-A000-355E836EB8D1}">
      <dsp:nvSpPr>
        <dsp:cNvPr id="0" name=""/>
        <dsp:cNvSpPr/>
      </dsp:nvSpPr>
      <dsp:spPr>
        <a:xfrm>
          <a:off x="3295014"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ADB2077-77FF-4215-BF16-B93465892B6C}">
      <dsp:nvSpPr>
        <dsp:cNvPr id="0" name=""/>
        <dsp:cNvSpPr/>
      </dsp:nvSpPr>
      <dsp:spPr>
        <a:xfrm>
          <a:off x="3043861"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CECA02C-65E7-487F-89AC-36381F654E2A}">
      <dsp:nvSpPr>
        <dsp:cNvPr id="0" name=""/>
        <dsp:cNvSpPr/>
      </dsp:nvSpPr>
      <dsp:spPr>
        <a:xfrm>
          <a:off x="2793117"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E8D97E4-49E4-40F8-87EE-343547F9716A}">
      <dsp:nvSpPr>
        <dsp:cNvPr id="0" name=""/>
        <dsp:cNvSpPr/>
      </dsp:nvSpPr>
      <dsp:spPr>
        <a:xfrm>
          <a:off x="2792299" y="1070985"/>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About us</a:t>
          </a:r>
        </a:p>
      </dsp:txBody>
      <dsp:txXfrm>
        <a:off x="2792299" y="1070985"/>
        <a:ext cx="1376025" cy="302208"/>
      </dsp:txXfrm>
    </dsp:sp>
    <dsp:sp modelId="{1E032E4E-7040-4A05-A785-DAE7172A44F8}">
      <dsp:nvSpPr>
        <dsp:cNvPr id="0" name=""/>
        <dsp:cNvSpPr/>
      </dsp:nvSpPr>
      <dsp:spPr>
        <a:xfrm>
          <a:off x="3953985" y="2076191"/>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B72A291-71B3-4F80-86EE-16E7B8B1A48B}">
      <dsp:nvSpPr>
        <dsp:cNvPr id="0" name=""/>
        <dsp:cNvSpPr/>
      </dsp:nvSpPr>
      <dsp:spPr>
        <a:xfrm>
          <a:off x="3721648"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ED18024-B78B-45E1-8771-12716E27AFA4}">
      <dsp:nvSpPr>
        <dsp:cNvPr id="0" name=""/>
        <dsp:cNvSpPr/>
      </dsp:nvSpPr>
      <dsp:spPr>
        <a:xfrm>
          <a:off x="3489720"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C07A2CC-1BDE-43DB-9AE8-DD54D78094D5}">
      <dsp:nvSpPr>
        <dsp:cNvPr id="0" name=""/>
        <dsp:cNvSpPr/>
      </dsp:nvSpPr>
      <dsp:spPr>
        <a:xfrm>
          <a:off x="3257382"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482CEED-96F7-44E8-B5D8-75F6856E0990}">
      <dsp:nvSpPr>
        <dsp:cNvPr id="0" name=""/>
        <dsp:cNvSpPr/>
      </dsp:nvSpPr>
      <dsp:spPr>
        <a:xfrm>
          <a:off x="3025454"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760F2D2-22FF-4021-B213-2634AD1C7191}">
      <dsp:nvSpPr>
        <dsp:cNvPr id="0" name=""/>
        <dsp:cNvSpPr/>
      </dsp:nvSpPr>
      <dsp:spPr>
        <a:xfrm>
          <a:off x="2793117"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6EBC5FE-E427-4B7D-92A6-D692D51FCED4}">
      <dsp:nvSpPr>
        <dsp:cNvPr id="0" name=""/>
        <dsp:cNvSpPr/>
      </dsp:nvSpPr>
      <dsp:spPr>
        <a:xfrm>
          <a:off x="2792299" y="1834363"/>
          <a:ext cx="1040609"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Working of application</a:t>
          </a:r>
        </a:p>
      </dsp:txBody>
      <dsp:txXfrm>
        <a:off x="2792299" y="1834363"/>
        <a:ext cx="1040609" cy="302208"/>
      </dsp:txXfrm>
    </dsp:sp>
    <dsp:sp modelId="{855F21B1-4279-461A-8F3A-0F3F736398B4}">
      <dsp:nvSpPr>
        <dsp:cNvPr id="0" name=""/>
        <dsp:cNvSpPr/>
      </dsp:nvSpPr>
      <dsp:spPr>
        <a:xfrm>
          <a:off x="4197776" y="2645182"/>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B94521D-955D-44AB-A4BD-3ABC04458397}">
      <dsp:nvSpPr>
        <dsp:cNvPr id="0" name=""/>
        <dsp:cNvSpPr/>
      </dsp:nvSpPr>
      <dsp:spPr>
        <a:xfrm>
          <a:off x="4047247"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E2B9B51-0250-4375-A7FD-49D1989F63F3}">
      <dsp:nvSpPr>
        <dsp:cNvPr id="0" name=""/>
        <dsp:cNvSpPr/>
      </dsp:nvSpPr>
      <dsp:spPr>
        <a:xfrm>
          <a:off x="3796503"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A8AB2EC-26B3-4936-A5E7-256969A68A44}">
      <dsp:nvSpPr>
        <dsp:cNvPr id="0" name=""/>
        <dsp:cNvSpPr/>
      </dsp:nvSpPr>
      <dsp:spPr>
        <a:xfrm>
          <a:off x="3545759"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A9CB802-41E5-4BC2-A63F-D74C6B2ADE8D}">
      <dsp:nvSpPr>
        <dsp:cNvPr id="0" name=""/>
        <dsp:cNvSpPr/>
      </dsp:nvSpPr>
      <dsp:spPr>
        <a:xfrm>
          <a:off x="3295014"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229D15B-9BEA-442B-923D-42E949A29C16}">
      <dsp:nvSpPr>
        <dsp:cNvPr id="0" name=""/>
        <dsp:cNvSpPr/>
      </dsp:nvSpPr>
      <dsp:spPr>
        <a:xfrm>
          <a:off x="3043861"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0E6533A-6B7A-4A37-AFAE-BFD7292EB3D6}">
      <dsp:nvSpPr>
        <dsp:cNvPr id="0" name=""/>
        <dsp:cNvSpPr/>
      </dsp:nvSpPr>
      <dsp:spPr>
        <a:xfrm>
          <a:off x="2793117"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15C3C6F-45DA-4085-A425-E1394D010237}">
      <dsp:nvSpPr>
        <dsp:cNvPr id="0" name=""/>
        <dsp:cNvSpPr/>
      </dsp:nvSpPr>
      <dsp:spPr>
        <a:xfrm>
          <a:off x="2792299" y="2581413"/>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Demo trial</a:t>
          </a:r>
        </a:p>
      </dsp:txBody>
      <dsp:txXfrm>
        <a:off x="2792299" y="2581413"/>
        <a:ext cx="1376025" cy="302208"/>
      </dsp:txXfrm>
    </dsp:sp>
    <dsp:sp modelId="{5D26477C-E935-4484-BC5F-9FB9EC58F4F6}">
      <dsp:nvSpPr>
        <dsp:cNvPr id="0" name=""/>
        <dsp:cNvSpPr/>
      </dsp:nvSpPr>
      <dsp:spPr>
        <a:xfrm>
          <a:off x="4763484" y="2858668"/>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06E272E-8C76-427C-84BE-189AA9289E8C}">
      <dsp:nvSpPr>
        <dsp:cNvPr id="0" name=""/>
        <dsp:cNvSpPr/>
      </dsp:nvSpPr>
      <dsp:spPr>
        <a:xfrm>
          <a:off x="4645271" y="309710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D92E915-7E9E-41D3-9AB0-A7624D70CC83}">
      <dsp:nvSpPr>
        <dsp:cNvPr id="0" name=""/>
        <dsp:cNvSpPr/>
      </dsp:nvSpPr>
      <dsp:spPr>
        <a:xfrm>
          <a:off x="4476744" y="3286874"/>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A82D9868-0F18-4F1C-AF07-527ACB6673DE}">
      <dsp:nvSpPr>
        <dsp:cNvPr id="0" name=""/>
        <dsp:cNvSpPr/>
      </dsp:nvSpPr>
      <dsp:spPr>
        <a:xfrm>
          <a:off x="4286538"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F123B90-F3BA-4529-A5DA-A3B8A8452F60}">
      <dsp:nvSpPr>
        <dsp:cNvPr id="0" name=""/>
        <dsp:cNvSpPr/>
      </dsp:nvSpPr>
      <dsp:spPr>
        <a:xfrm>
          <a:off x="4035794"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4487F25-A6B9-4A8E-A147-2209D94BC2CF}">
      <dsp:nvSpPr>
        <dsp:cNvPr id="0" name=""/>
        <dsp:cNvSpPr/>
      </dsp:nvSpPr>
      <dsp:spPr>
        <a:xfrm>
          <a:off x="3784641"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E08C6E7A-0555-4717-9029-92D8D072FF0A}">
      <dsp:nvSpPr>
        <dsp:cNvPr id="0" name=""/>
        <dsp:cNvSpPr/>
      </dsp:nvSpPr>
      <dsp:spPr>
        <a:xfrm>
          <a:off x="3533896"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A2B3268-CC36-4D60-85DE-A9A4F294B310}">
      <dsp:nvSpPr>
        <dsp:cNvPr id="0" name=""/>
        <dsp:cNvSpPr/>
      </dsp:nvSpPr>
      <dsp:spPr>
        <a:xfrm>
          <a:off x="3283152"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0F9196B-4E1E-4B4D-9AF7-71BA3F788C3B}">
      <dsp:nvSpPr>
        <dsp:cNvPr id="0" name=""/>
        <dsp:cNvSpPr/>
      </dsp:nvSpPr>
      <dsp:spPr>
        <a:xfrm>
          <a:off x="3032408"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451899F-ADE1-415B-B38F-C3FD822B342F}">
      <dsp:nvSpPr>
        <dsp:cNvPr id="0" name=""/>
        <dsp:cNvSpPr/>
      </dsp:nvSpPr>
      <dsp:spPr>
        <a:xfrm>
          <a:off x="3029954" y="3177204"/>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Purchase</a:t>
          </a:r>
        </a:p>
      </dsp:txBody>
      <dsp:txXfrm>
        <a:off x="3029954" y="3177204"/>
        <a:ext cx="1376025" cy="302208"/>
      </dsp:txXfrm>
    </dsp:sp>
    <dsp:sp modelId="{211738E6-727B-4159-89A6-1864F3F14529}">
      <dsp:nvSpPr>
        <dsp:cNvPr id="0" name=""/>
        <dsp:cNvSpPr/>
      </dsp:nvSpPr>
      <dsp:spPr>
        <a:xfrm>
          <a:off x="11082789"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FE0A950-ED72-44A3-954E-4B0E22780AC2}">
      <dsp:nvSpPr>
        <dsp:cNvPr id="0" name=""/>
        <dsp:cNvSpPr/>
      </dsp:nvSpPr>
      <dsp:spPr>
        <a:xfrm>
          <a:off x="10867632"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3EB7E45-E790-4553-BAB8-BFE98BE99AC8}">
      <dsp:nvSpPr>
        <dsp:cNvPr id="0" name=""/>
        <dsp:cNvSpPr/>
      </dsp:nvSpPr>
      <dsp:spPr>
        <a:xfrm>
          <a:off x="10652474"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EA0DFD9-92D8-4D1D-AB39-2A3A97C3F698}">
      <dsp:nvSpPr>
        <dsp:cNvPr id="0" name=""/>
        <dsp:cNvSpPr/>
      </dsp:nvSpPr>
      <dsp:spPr>
        <a:xfrm>
          <a:off x="10437726"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897F9D3-7D2C-4F7B-A6C7-6975CD08A676}">
      <dsp:nvSpPr>
        <dsp:cNvPr id="0" name=""/>
        <dsp:cNvSpPr/>
      </dsp:nvSpPr>
      <dsp:spPr>
        <a:xfrm>
          <a:off x="10222569"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5EF93BB-96A0-4C69-9E56-FEFFF949DE4A}">
      <dsp:nvSpPr>
        <dsp:cNvPr id="0" name=""/>
        <dsp:cNvSpPr/>
      </dsp:nvSpPr>
      <dsp:spPr>
        <a:xfrm>
          <a:off x="9890015" y="2076191"/>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222C277-92EA-4DBE-BA3B-94997589C0AD}">
      <dsp:nvSpPr>
        <dsp:cNvPr id="0" name=""/>
        <dsp:cNvSpPr/>
      </dsp:nvSpPr>
      <dsp:spPr>
        <a:xfrm>
          <a:off x="10891356" y="189227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629436D-77FD-4663-9907-157A8BD2831B}">
      <dsp:nvSpPr>
        <dsp:cNvPr id="0" name=""/>
        <dsp:cNvSpPr/>
      </dsp:nvSpPr>
      <dsp:spPr>
        <a:xfrm>
          <a:off x="10891356" y="2379324"/>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04F62B8-3368-42D4-9874-5EAF5D8B9137}">
      <dsp:nvSpPr>
        <dsp:cNvPr id="0" name=""/>
        <dsp:cNvSpPr/>
      </dsp:nvSpPr>
      <dsp:spPr>
        <a:xfrm>
          <a:off x="10996072" y="1997944"/>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0F3FF15-62AE-4627-B0C0-4E7C20FC261E}">
      <dsp:nvSpPr>
        <dsp:cNvPr id="0" name=""/>
        <dsp:cNvSpPr/>
      </dsp:nvSpPr>
      <dsp:spPr>
        <a:xfrm>
          <a:off x="11003026" y="2274583"/>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57D1351-4D07-45BF-9477-23D0D0988B4B}">
      <dsp:nvSpPr>
        <dsp:cNvPr id="0" name=""/>
        <dsp:cNvSpPr/>
      </dsp:nvSpPr>
      <dsp:spPr>
        <a:xfrm>
          <a:off x="8603979" y="1599311"/>
          <a:ext cx="1188683" cy="1188810"/>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Step 3 short description about all frames</a:t>
          </a:r>
        </a:p>
      </dsp:txBody>
      <dsp:txXfrm>
        <a:off x="8778058" y="1773408"/>
        <a:ext cx="840525" cy="840616"/>
      </dsp:txXfrm>
    </dsp:sp>
    <dsp:sp modelId="{7E48DD3A-65E4-4083-96EC-082E6D509E57}">
      <dsp:nvSpPr>
        <dsp:cNvPr id="0" name=""/>
        <dsp:cNvSpPr/>
      </dsp:nvSpPr>
      <dsp:spPr>
        <a:xfrm>
          <a:off x="9080925" y="1273998"/>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24400918-6680-4DDA-B584-0E00738A1543}">
      <dsp:nvSpPr>
        <dsp:cNvPr id="0" name=""/>
        <dsp:cNvSpPr/>
      </dsp:nvSpPr>
      <dsp:spPr>
        <a:xfrm>
          <a:off x="8933260" y="1134446"/>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7289202-95F8-42CB-8421-3023D2D1E892}">
      <dsp:nvSpPr>
        <dsp:cNvPr id="0" name=""/>
        <dsp:cNvSpPr/>
      </dsp:nvSpPr>
      <dsp:spPr>
        <a:xfrm>
          <a:off x="8768006" y="962239"/>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D3B24E9-D507-4369-983C-077EEDD3B0B9}">
      <dsp:nvSpPr>
        <dsp:cNvPr id="0" name=""/>
        <dsp:cNvSpPr/>
      </dsp:nvSpPr>
      <dsp:spPr>
        <a:xfrm>
          <a:off x="8603979"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61B77463-F85A-4824-98E6-A33C33B4BB97}">
      <dsp:nvSpPr>
        <dsp:cNvPr id="0" name=""/>
        <dsp:cNvSpPr/>
      </dsp:nvSpPr>
      <dsp:spPr>
        <a:xfrm>
          <a:off x="8353235"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9309FAB-1E2C-4E72-BE51-E3CEC4E7EF9D}">
      <dsp:nvSpPr>
        <dsp:cNvPr id="0" name=""/>
        <dsp:cNvSpPr/>
      </dsp:nvSpPr>
      <dsp:spPr>
        <a:xfrm>
          <a:off x="8102082"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6BB86AD-6576-49D6-B090-7F7645AFDAF5}">
      <dsp:nvSpPr>
        <dsp:cNvPr id="0" name=""/>
        <dsp:cNvSpPr/>
      </dsp:nvSpPr>
      <dsp:spPr>
        <a:xfrm>
          <a:off x="7851337"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81FE52F-8D7C-4360-8267-74FA3BE082C1}">
      <dsp:nvSpPr>
        <dsp:cNvPr id="0" name=""/>
        <dsp:cNvSpPr/>
      </dsp:nvSpPr>
      <dsp:spPr>
        <a:xfrm>
          <a:off x="7600593"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933B1FB-11B8-434B-BFF5-ADC83950DB41}">
      <dsp:nvSpPr>
        <dsp:cNvPr id="0" name=""/>
        <dsp:cNvSpPr/>
      </dsp:nvSpPr>
      <dsp:spPr>
        <a:xfrm>
          <a:off x="7349849" y="8159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C71BCB8-7615-41A4-9974-A0695006B6E7}">
      <dsp:nvSpPr>
        <dsp:cNvPr id="0" name=""/>
        <dsp:cNvSpPr/>
      </dsp:nvSpPr>
      <dsp:spPr>
        <a:xfrm>
          <a:off x="7347394" y="517090"/>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About us: will provide info about the creators</a:t>
          </a:r>
        </a:p>
      </dsp:txBody>
      <dsp:txXfrm>
        <a:off x="7347394" y="517090"/>
        <a:ext cx="1376025" cy="302208"/>
      </dsp:txXfrm>
    </dsp:sp>
    <dsp:sp modelId="{52A56CDE-0D46-4365-8568-DD71BC77E770}">
      <dsp:nvSpPr>
        <dsp:cNvPr id="0" name=""/>
        <dsp:cNvSpPr/>
      </dsp:nvSpPr>
      <dsp:spPr>
        <a:xfrm>
          <a:off x="8515217" y="1497959"/>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9E747EC-B4AD-4783-8077-D2CE9A614AB2}">
      <dsp:nvSpPr>
        <dsp:cNvPr id="0" name=""/>
        <dsp:cNvSpPr/>
      </dsp:nvSpPr>
      <dsp:spPr>
        <a:xfrm>
          <a:off x="8364688"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2B3CCBB0-ED20-493E-AEF7-91D9961C30F3}">
      <dsp:nvSpPr>
        <dsp:cNvPr id="0" name=""/>
        <dsp:cNvSpPr/>
      </dsp:nvSpPr>
      <dsp:spPr>
        <a:xfrm>
          <a:off x="8113944"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1BC2AAE-47C5-435A-A971-34BEB1D82A3C}">
      <dsp:nvSpPr>
        <dsp:cNvPr id="0" name=""/>
        <dsp:cNvSpPr/>
      </dsp:nvSpPr>
      <dsp:spPr>
        <a:xfrm>
          <a:off x="7863200"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DE4D09C-59F9-439E-8C8D-C3A409D575AA}">
      <dsp:nvSpPr>
        <dsp:cNvPr id="0" name=""/>
        <dsp:cNvSpPr/>
      </dsp:nvSpPr>
      <dsp:spPr>
        <a:xfrm>
          <a:off x="7612455"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65F1D14-DB84-49F8-9E04-6BD6CA0F3D08}">
      <dsp:nvSpPr>
        <dsp:cNvPr id="0" name=""/>
        <dsp:cNvSpPr/>
      </dsp:nvSpPr>
      <dsp:spPr>
        <a:xfrm>
          <a:off x="7361302"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D03FFF9-633F-403D-9501-49C5FB328D44}">
      <dsp:nvSpPr>
        <dsp:cNvPr id="0" name=""/>
        <dsp:cNvSpPr/>
      </dsp:nvSpPr>
      <dsp:spPr>
        <a:xfrm>
          <a:off x="7110558" y="1373810"/>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9464E81-831F-4FF8-B6C8-A87DF2ADE7F6}">
      <dsp:nvSpPr>
        <dsp:cNvPr id="0" name=""/>
        <dsp:cNvSpPr/>
      </dsp:nvSpPr>
      <dsp:spPr>
        <a:xfrm>
          <a:off x="7109739" y="1070985"/>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Working: Will help the user to understand the working of the application</a:t>
          </a:r>
        </a:p>
      </dsp:txBody>
      <dsp:txXfrm>
        <a:off x="7109739" y="1070985"/>
        <a:ext cx="1376025" cy="302208"/>
      </dsp:txXfrm>
    </dsp:sp>
    <dsp:sp modelId="{EFCDE469-7E64-493F-A67A-4050EAE46435}">
      <dsp:nvSpPr>
        <dsp:cNvPr id="0" name=""/>
        <dsp:cNvSpPr/>
      </dsp:nvSpPr>
      <dsp:spPr>
        <a:xfrm>
          <a:off x="8271426" y="2076191"/>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3DC5168-F6F2-42C2-A011-1485067DD14C}">
      <dsp:nvSpPr>
        <dsp:cNvPr id="0" name=""/>
        <dsp:cNvSpPr/>
      </dsp:nvSpPr>
      <dsp:spPr>
        <a:xfrm>
          <a:off x="8039089"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0961EF7-C3DB-4A3B-9567-584CA36A8152}">
      <dsp:nvSpPr>
        <dsp:cNvPr id="0" name=""/>
        <dsp:cNvSpPr/>
      </dsp:nvSpPr>
      <dsp:spPr>
        <a:xfrm>
          <a:off x="7807160"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26A0221F-46EC-49FB-8A1A-316D84FE0A84}">
      <dsp:nvSpPr>
        <dsp:cNvPr id="0" name=""/>
        <dsp:cNvSpPr/>
      </dsp:nvSpPr>
      <dsp:spPr>
        <a:xfrm>
          <a:off x="7574823"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8AC8C2CA-54B8-4EF7-A57C-48854224133F}">
      <dsp:nvSpPr>
        <dsp:cNvPr id="0" name=""/>
        <dsp:cNvSpPr/>
      </dsp:nvSpPr>
      <dsp:spPr>
        <a:xfrm>
          <a:off x="7342895"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D9D0E52-E179-4E13-AD14-2EA88A761046}">
      <dsp:nvSpPr>
        <dsp:cNvPr id="0" name=""/>
        <dsp:cNvSpPr/>
      </dsp:nvSpPr>
      <dsp:spPr>
        <a:xfrm>
          <a:off x="7110558" y="2135031"/>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FA9E147-CCC2-4AB1-889C-729AB257FDC8}">
      <dsp:nvSpPr>
        <dsp:cNvPr id="0" name=""/>
        <dsp:cNvSpPr/>
      </dsp:nvSpPr>
      <dsp:spPr>
        <a:xfrm>
          <a:off x="7109739" y="1834363"/>
          <a:ext cx="1040609"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Demo trial: will help the user to know whether it is user-friendly for him or not </a:t>
          </a:r>
        </a:p>
      </dsp:txBody>
      <dsp:txXfrm>
        <a:off x="7109739" y="1834363"/>
        <a:ext cx="1040609" cy="302208"/>
      </dsp:txXfrm>
    </dsp:sp>
    <dsp:sp modelId="{BF1325CC-E1C7-48D0-8264-13D59891D2C5}">
      <dsp:nvSpPr>
        <dsp:cNvPr id="0" name=""/>
        <dsp:cNvSpPr/>
      </dsp:nvSpPr>
      <dsp:spPr>
        <a:xfrm>
          <a:off x="8515217" y="2645182"/>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D97193B-CF78-4363-B56B-178E08CC27CD}">
      <dsp:nvSpPr>
        <dsp:cNvPr id="0" name=""/>
        <dsp:cNvSpPr/>
      </dsp:nvSpPr>
      <dsp:spPr>
        <a:xfrm>
          <a:off x="8364688"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7332FBB-FC9C-4DD7-8FB3-2B52836C8312}">
      <dsp:nvSpPr>
        <dsp:cNvPr id="0" name=""/>
        <dsp:cNvSpPr/>
      </dsp:nvSpPr>
      <dsp:spPr>
        <a:xfrm>
          <a:off x="8113944"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DB8FDDF4-7678-42D7-A738-F5BE7AE5D564}">
      <dsp:nvSpPr>
        <dsp:cNvPr id="0" name=""/>
        <dsp:cNvSpPr/>
      </dsp:nvSpPr>
      <dsp:spPr>
        <a:xfrm>
          <a:off x="7863200"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F5416092-9E06-4DC7-9140-976F3648473F}">
      <dsp:nvSpPr>
        <dsp:cNvPr id="0" name=""/>
        <dsp:cNvSpPr/>
      </dsp:nvSpPr>
      <dsp:spPr>
        <a:xfrm>
          <a:off x="7612455"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9E598362-9A4A-464C-8921-5846396D150C}">
      <dsp:nvSpPr>
        <dsp:cNvPr id="0" name=""/>
        <dsp:cNvSpPr/>
      </dsp:nvSpPr>
      <dsp:spPr>
        <a:xfrm>
          <a:off x="7361302"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9EE3C91-8068-404E-A5C1-72FE8DCF8CE3}">
      <dsp:nvSpPr>
        <dsp:cNvPr id="0" name=""/>
        <dsp:cNvSpPr/>
      </dsp:nvSpPr>
      <dsp:spPr>
        <a:xfrm>
          <a:off x="7110558" y="288423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7A828E68-60A1-4F74-AAA8-383C3DAAB583}">
      <dsp:nvSpPr>
        <dsp:cNvPr id="0" name=""/>
        <dsp:cNvSpPr/>
      </dsp:nvSpPr>
      <dsp:spPr>
        <a:xfrm>
          <a:off x="7109739" y="2581413"/>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Purchase: If user is satisfied with its working he/she can purchase it</a:t>
          </a:r>
        </a:p>
      </dsp:txBody>
      <dsp:txXfrm>
        <a:off x="7109739" y="2581413"/>
        <a:ext cx="1376025" cy="302208"/>
      </dsp:txXfrm>
    </dsp:sp>
    <dsp:sp modelId="{8DE9CD28-3DCB-43BC-A7F1-20C4CE9F76E3}">
      <dsp:nvSpPr>
        <dsp:cNvPr id="0" name=""/>
        <dsp:cNvSpPr/>
      </dsp:nvSpPr>
      <dsp:spPr>
        <a:xfrm>
          <a:off x="9080925" y="2858668"/>
          <a:ext cx="234791" cy="23505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BA175758-327D-48DE-B98F-ABDBEE1087D6}">
      <dsp:nvSpPr>
        <dsp:cNvPr id="0" name=""/>
        <dsp:cNvSpPr/>
      </dsp:nvSpPr>
      <dsp:spPr>
        <a:xfrm>
          <a:off x="8962711" y="3097108"/>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3352727E-428A-4C56-BE16-297DE9EC66F4}">
      <dsp:nvSpPr>
        <dsp:cNvPr id="0" name=""/>
        <dsp:cNvSpPr/>
      </dsp:nvSpPr>
      <dsp:spPr>
        <a:xfrm>
          <a:off x="8794185" y="3286874"/>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0E190423-BB6A-4E19-9F88-17BCD58593FF}">
      <dsp:nvSpPr>
        <dsp:cNvPr id="0" name=""/>
        <dsp:cNvSpPr/>
      </dsp:nvSpPr>
      <dsp:spPr>
        <a:xfrm>
          <a:off x="8603979"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C803E817-5C5A-488B-9AC0-F2B52BE2A3A4}">
      <dsp:nvSpPr>
        <dsp:cNvPr id="0" name=""/>
        <dsp:cNvSpPr/>
      </dsp:nvSpPr>
      <dsp:spPr>
        <a:xfrm>
          <a:off x="8353235"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9E4EF744-0CB2-49FC-AD16-6A4726392B6F}">
      <dsp:nvSpPr>
        <dsp:cNvPr id="0" name=""/>
        <dsp:cNvSpPr/>
      </dsp:nvSpPr>
      <dsp:spPr>
        <a:xfrm>
          <a:off x="8102082"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54F78AA7-9848-4DC0-81B2-9B5733309842}">
      <dsp:nvSpPr>
        <dsp:cNvPr id="0" name=""/>
        <dsp:cNvSpPr/>
      </dsp:nvSpPr>
      <dsp:spPr>
        <a:xfrm>
          <a:off x="7851337"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18ADE3A8-7E64-4CF8-916F-EB43B8B4D832}">
      <dsp:nvSpPr>
        <dsp:cNvPr id="0" name=""/>
        <dsp:cNvSpPr/>
      </dsp:nvSpPr>
      <dsp:spPr>
        <a:xfrm>
          <a:off x="7600593"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4A658E48-4DE8-4851-8B81-C0CF296BA34C}">
      <dsp:nvSpPr>
        <dsp:cNvPr id="0" name=""/>
        <dsp:cNvSpPr/>
      </dsp:nvSpPr>
      <dsp:spPr>
        <a:xfrm>
          <a:off x="7349849" y="3480337"/>
          <a:ext cx="117395" cy="117371"/>
        </a:xfrm>
        <a:prstGeom prst="ellipse">
          <a:avLst/>
        </a:prstGeom>
        <a:solidFill>
          <a:schemeClr val="lt1">
            <a:hueOff val="0"/>
            <a:satOff val="0"/>
            <a:lumOff val="0"/>
            <a:alphaOff val="0"/>
          </a:schemeClr>
        </a:solidFill>
        <a:ln w="6350" cap="flat" cmpd="sng" algn="ctr">
          <a:solidFill>
            <a:schemeClr val="accent1">
              <a:shade val="80000"/>
              <a:hueOff val="0"/>
              <a:satOff val="0"/>
              <a:lumOff val="0"/>
              <a:alphaOff val="0"/>
            </a:schemeClr>
          </a:solidFill>
          <a:prstDash val="solid"/>
          <a:miter lim="800000"/>
        </a:ln>
        <a:effectLst/>
        <a:sp3d extrusionH="50600" prstMaterial="metal">
          <a:bevelT w="101600" h="80600" prst="relaxedInset"/>
          <a:bevelB w="80600" h="80600" prst="relaxedInset"/>
        </a:sp3d>
      </dsp:spPr>
      <dsp:style>
        <a:lnRef idx="1">
          <a:scrgbClr r="0" g="0" b="0"/>
        </a:lnRef>
        <a:fillRef idx="1">
          <a:scrgbClr r="0" g="0" b="0"/>
        </a:fillRef>
        <a:effectRef idx="1">
          <a:scrgbClr r="0" g="0" b="0"/>
        </a:effectRef>
        <a:fontRef idx="minor">
          <a:schemeClr val="dk1"/>
        </a:fontRef>
      </dsp:style>
    </dsp:sp>
    <dsp:sp modelId="{EA064C8E-23D8-4F1B-8F9C-65BD8F649E02}">
      <dsp:nvSpPr>
        <dsp:cNvPr id="0" name=""/>
        <dsp:cNvSpPr/>
      </dsp:nvSpPr>
      <dsp:spPr>
        <a:xfrm>
          <a:off x="7347394" y="3177204"/>
          <a:ext cx="1376025" cy="302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266700">
            <a:lnSpc>
              <a:spcPct val="90000"/>
            </a:lnSpc>
            <a:spcBef>
              <a:spcPct val="0"/>
            </a:spcBef>
            <a:spcAft>
              <a:spcPct val="35000"/>
            </a:spcAft>
            <a:buNone/>
          </a:pPr>
          <a:r>
            <a:rPr lang="en-US" sz="600" kern="1200" dirty="0"/>
            <a:t>Feedback: User can give his opinions to the team so that we can improve it.</a:t>
          </a:r>
        </a:p>
      </dsp:txBody>
      <dsp:txXfrm>
        <a:off x="7347394" y="3177204"/>
        <a:ext cx="1376025" cy="302208"/>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4/28/2023</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dirty="0"/>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4/28/2023</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dirty="0"/>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3199CD-3E1B-4AE6-990F-76F925F5EA9F}" type="slidenum">
              <a:rPr lang="en-US" smtClean="0"/>
              <a:t>1</a:t>
            </a:fld>
            <a:endParaRPr lang="en-US" dirty="0"/>
          </a:p>
        </p:txBody>
      </p:sp>
    </p:spTree>
    <p:extLst>
      <p:ext uri="{BB962C8B-B14F-4D97-AF65-F5344CB8AC3E}">
        <p14:creationId xmlns:p14="http://schemas.microsoft.com/office/powerpoint/2010/main" val="36229553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ltGray">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b="1" cap="none" spc="0">
                <a:ln w="9525">
                  <a:noFill/>
                  <a:prstDash val="solid"/>
                </a:ln>
                <a:solidFill>
                  <a:schemeClr val="tx1"/>
                </a:solidFill>
                <a:effectLst/>
              </a:defRPr>
            </a:lvl1pPr>
          </a:lstStyle>
          <a:p>
            <a:r>
              <a:rPr lang="en-US"/>
              <a:t>Click to edit Master title style</a:t>
            </a:r>
            <a:endParaRPr dirty="0"/>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b="1"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7" name="Date Placeholder 6"/>
          <p:cNvSpPr>
            <a:spLocks noGrp="1"/>
          </p:cNvSpPr>
          <p:nvPr>
            <p:ph type="dt" sz="half" idx="10"/>
          </p:nvPr>
        </p:nvSpPr>
        <p:spPr/>
        <p:txBody>
          <a:bodyPr/>
          <a:lstStyle>
            <a:lvl1pPr>
              <a:defRPr sz="1100"/>
            </a:lvl1pPr>
          </a:lstStyle>
          <a:p>
            <a:fld id="{1D2498CD-A622-4ACC-98D8-8365C1B868F0}" type="datetime1">
              <a:rPr lang="en-US" smtClean="0"/>
              <a:pPr/>
              <a:t>4/28/2023</a:t>
            </a:fld>
            <a:endParaRPr lang="en-US" dirty="0"/>
          </a:p>
        </p:txBody>
      </p:sp>
      <p:sp>
        <p:nvSpPr>
          <p:cNvPr id="8" name="Footer Placeholder 7"/>
          <p:cNvSpPr>
            <a:spLocks noGrp="1"/>
          </p:cNvSpPr>
          <p:nvPr>
            <p:ph type="ftr" sz="quarter" idx="11"/>
          </p:nvPr>
        </p:nvSpPr>
        <p:spPr/>
        <p:txBody>
          <a:bodyPr/>
          <a:lstStyle>
            <a:lvl1pPr>
              <a:defRPr sz="1100"/>
            </a:lvl1pPr>
          </a:lstStyle>
          <a:p>
            <a:r>
              <a:rPr lang="en-US" dirty="0"/>
              <a:t>Add a footer</a:t>
            </a:r>
          </a:p>
        </p:txBody>
      </p:sp>
      <p:sp>
        <p:nvSpPr>
          <p:cNvPr id="9" name="Slide Number Placeholder 8"/>
          <p:cNvSpPr>
            <a:spLocks noGrp="1"/>
          </p:cNvSpPr>
          <p:nvPr>
            <p:ph type="sldNum" sz="quarter" idx="12"/>
          </p:nvPr>
        </p:nvSpPr>
        <p:spPr/>
        <p:txBody>
          <a:bodyPr/>
          <a:lstStyle>
            <a:lvl1pPr>
              <a:defRPr sz="1100"/>
            </a:lvl1p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14678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1CEBF3DB-CE40-42F4-BAF4-5D73D1160093}" type="datetime1">
              <a:rPr lang="en-US" smtClean="0"/>
              <a:t>4/28/2023</a:t>
            </a:fld>
            <a:endParaRPr lang="en-US" dirty="0"/>
          </a:p>
        </p:txBody>
      </p:sp>
      <p:sp>
        <p:nvSpPr>
          <p:cNvPr id="6" name="Slide Number Placeholder 5"/>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293880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effectLst/>
              </a:defRPr>
            </a:lvl1pPr>
          </a:lstStyle>
          <a:p>
            <a:r>
              <a:rPr lang="en-US"/>
              <a:t>Click to edit Master title style</a:t>
            </a:r>
            <a:endParaRPr dirty="0"/>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23ECA6E5-33C6-44C3-9324-1BC5DF93F43F}" type="datetime1">
              <a:rPr lang="en-US" smtClean="0"/>
              <a:t>4/28/2023</a:t>
            </a:fld>
            <a:endParaRPr lang="en-US" dirty="0"/>
          </a:p>
        </p:txBody>
      </p:sp>
      <p:sp>
        <p:nvSpPr>
          <p:cNvPr id="6" name="Slide Number Placeholder 5"/>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169967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9144002" cy="1371600"/>
          </a:xfrm>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9C9C1D9-07E1-4387-AF34-89EE2802766D}" type="datetime1">
              <a:rPr lang="en-US" smtClean="0"/>
              <a:t>4/28/2023</a:t>
            </a:fld>
            <a:endParaRPr lang="en-US" dirty="0"/>
          </a:p>
        </p:txBody>
      </p:sp>
      <p:sp>
        <p:nvSpPr>
          <p:cNvPr id="7" name="Slide Number Placeholder 6"/>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346189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9144002" cy="13716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769E85B-B39A-43E9-82DE-E3279D984288}" type="datetime1">
              <a:rPr lang="en-US" smtClean="0"/>
              <a:t>4/28/2023</a:t>
            </a:fld>
            <a:endParaRPr lang="en-US" dirty="0"/>
          </a:p>
        </p:txBody>
      </p:sp>
      <p:sp>
        <p:nvSpPr>
          <p:cNvPr id="9" name="Slide Number Placeholder 8"/>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181199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D0270C95-D35D-47FC-816D-E56328637043}" type="datetime1">
              <a:rPr lang="en-US" smtClean="0"/>
              <a:t>4/28/2023</a:t>
            </a:fld>
            <a:endParaRPr lang="en-US" dirty="0"/>
          </a:p>
        </p:txBody>
      </p:sp>
      <p:sp>
        <p:nvSpPr>
          <p:cNvPr id="5" name="Slide Number Placeholder 4"/>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105458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151163A7-695C-4C09-B334-6924060F5B71}" type="datetime1">
              <a:rPr lang="en-US" smtClean="0"/>
              <a:t>4/28/2023</a:t>
            </a:fld>
            <a:endParaRPr lang="en-US" dirty="0"/>
          </a:p>
        </p:txBody>
      </p:sp>
      <p:sp>
        <p:nvSpPr>
          <p:cNvPr id="4" name="Slide Number Placeholder 3"/>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30849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FC5B6D02-49B3-41C1-9893-391F698AE757}" type="datetime1">
              <a:rPr lang="en-US" smtClean="0"/>
              <a:t>4/28/2023</a:t>
            </a:fld>
            <a:endParaRPr lang="en-US" dirty="0"/>
          </a:p>
        </p:txBody>
      </p:sp>
      <p:sp>
        <p:nvSpPr>
          <p:cNvPr id="7" name="Slide Number Placeholder 6"/>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465569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7D91AC91-90B4-40B7-917F-BAE86E369F96}" type="datetime1">
              <a:rPr lang="en-US" smtClean="0"/>
              <a:t>4/28/2023</a:t>
            </a:fld>
            <a:endParaRPr lang="en-US" dirty="0"/>
          </a:p>
        </p:txBody>
      </p:sp>
      <p:sp>
        <p:nvSpPr>
          <p:cNvPr id="7" name="Slide Number Placeholder 6"/>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8511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6EB2CF6B-193C-4CEB-9860-F1C5F0818FA3}" type="datetime1">
              <a:rPr lang="en-US" smtClean="0"/>
              <a:t>4/28/2023</a:t>
            </a:fld>
            <a:endParaRPr lang="en-US" dirty="0"/>
          </a:p>
        </p:txBody>
      </p:sp>
      <p:sp>
        <p:nvSpPr>
          <p:cNvPr id="6" name="Slide Number Placeholder 5"/>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341395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dirty="0"/>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856CBC3-4EDC-4C84-BDD0-15F2AD890B92}" type="datetime1">
              <a:rPr lang="en-US" smtClean="0"/>
              <a:t>4/28/2023</a:t>
            </a:fld>
            <a:endParaRPr lang="en-US" dirty="0"/>
          </a:p>
        </p:txBody>
      </p:sp>
      <p:sp>
        <p:nvSpPr>
          <p:cNvPr id="6" name="Slide Number Placeholder 5"/>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689305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a:ln>
            <a:noFill/>
          </a:ln>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dirty="0"/>
              <a:t>Add a footer</a:t>
            </a:r>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BB4AB525-F3F4-481A-B8D5-B732FA9EB082}" type="datetime1">
              <a:rPr lang="en-US" smtClean="0"/>
              <a:pPr/>
              <a:t>4/28/2023</a:t>
            </a:fld>
            <a:endParaRPr lang="en-US" dirty="0"/>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44534420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b="1" kern="1200" cap="none" spc="0" baseline="0">
          <a:ln w="9525">
            <a:noFill/>
            <a:prstDash val="solid"/>
          </a:ln>
          <a:solidFill>
            <a:schemeClr val="accent5"/>
          </a:solidFill>
          <a:effectLst/>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3891" y="836712"/>
            <a:ext cx="8229600" cy="2092424"/>
          </a:xfrm>
        </p:spPr>
        <p:txBody>
          <a:bodyPr/>
          <a:lstStyle/>
          <a:p>
            <a:r>
              <a:rPr lang="en-US" dirty="0"/>
              <a:t>   </a:t>
            </a:r>
            <a:r>
              <a:rPr lang="en-US" sz="5400" dirty="0"/>
              <a:t>TITLE OF THE PROJECT:</a:t>
            </a:r>
          </a:p>
        </p:txBody>
      </p:sp>
      <p:sp>
        <p:nvSpPr>
          <p:cNvPr id="3" name="Subtitle 2"/>
          <p:cNvSpPr>
            <a:spLocks noGrp="1"/>
          </p:cNvSpPr>
          <p:nvPr>
            <p:ph type="subTitle" idx="1"/>
          </p:nvPr>
        </p:nvSpPr>
        <p:spPr>
          <a:xfrm>
            <a:off x="1845940" y="3212976"/>
            <a:ext cx="6264696" cy="1219200"/>
          </a:xfrm>
        </p:spPr>
        <p:txBody>
          <a:bodyPr>
            <a:normAutofit/>
          </a:bodyPr>
          <a:lstStyle/>
          <a:p>
            <a:r>
              <a:rPr lang="en-US" sz="2800" dirty="0"/>
              <a:t>Degree detective</a:t>
            </a:r>
          </a:p>
        </p:txBody>
      </p:sp>
    </p:spTree>
    <p:extLst>
      <p:ext uri="{BB962C8B-B14F-4D97-AF65-F5344CB8AC3E}">
        <p14:creationId xmlns:p14="http://schemas.microsoft.com/office/powerpoint/2010/main" val="4214489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56273" y="476672"/>
            <a:ext cx="9144001" cy="1299592"/>
          </a:xfrm>
        </p:spPr>
        <p:txBody>
          <a:bodyPr/>
          <a:lstStyle/>
          <a:p>
            <a:r>
              <a:rPr lang="en-US" dirty="0"/>
              <a:t>PRESENTED BY THE STUDENTS OF K21WB:</a:t>
            </a:r>
          </a:p>
        </p:txBody>
      </p:sp>
      <p:sp>
        <p:nvSpPr>
          <p:cNvPr id="14" name="Content Placeholder 13"/>
          <p:cNvSpPr>
            <a:spLocks noGrp="1"/>
          </p:cNvSpPr>
          <p:nvPr>
            <p:ph idx="1"/>
          </p:nvPr>
        </p:nvSpPr>
        <p:spPr/>
        <p:txBody>
          <a:bodyPr/>
          <a:lstStyle/>
          <a:p>
            <a:pPr lvl="0"/>
            <a:endParaRPr lang="en-US" dirty="0">
              <a:solidFill>
                <a:schemeClr val="accent1"/>
              </a:solidFill>
            </a:endParaRPr>
          </a:p>
          <a:p>
            <a:pPr lvl="0" algn="just"/>
            <a:r>
              <a:rPr lang="en-US" dirty="0">
                <a:solidFill>
                  <a:schemeClr val="accent1"/>
                </a:solidFill>
              </a:rPr>
              <a:t>PRABHAT SHARMA      (REG NO: 12109008)</a:t>
            </a:r>
          </a:p>
          <a:p>
            <a:pPr lvl="0" algn="just"/>
            <a:r>
              <a:rPr lang="en-US" dirty="0">
                <a:solidFill>
                  <a:schemeClr val="accent1"/>
                </a:solidFill>
              </a:rPr>
              <a:t>DARESH KUMAR SAH   (REG NO: 12104224)	</a:t>
            </a:r>
          </a:p>
          <a:p>
            <a:pPr lvl="0" algn="just"/>
            <a:r>
              <a:rPr lang="en-US" dirty="0">
                <a:solidFill>
                  <a:schemeClr val="accent1"/>
                </a:solidFill>
              </a:rPr>
              <a:t>ADARSH KUMAR	         (REG NO: 12104303)</a:t>
            </a:r>
          </a:p>
          <a:p>
            <a:pPr marL="0" lvl="0" indent="0" algn="just">
              <a:buNone/>
            </a:pPr>
            <a:endParaRPr lang="en-US" dirty="0">
              <a:solidFill>
                <a:schemeClr val="accent1"/>
              </a:solidFill>
            </a:endParaRPr>
          </a:p>
          <a:p>
            <a:pPr marL="0" lvl="0" indent="0" algn="just">
              <a:buNone/>
            </a:pPr>
            <a:endParaRPr lang="en-US" dirty="0">
              <a:solidFill>
                <a:schemeClr val="accent1"/>
              </a:solidFill>
            </a:endParaRPr>
          </a:p>
          <a:p>
            <a:pPr lvl="0"/>
            <a:r>
              <a:rPr lang="en-US" dirty="0">
                <a:solidFill>
                  <a:schemeClr val="accent1"/>
                </a:solidFill>
              </a:rPr>
              <a:t>Under the guidance of Dr. Ranjith Kumar</a:t>
            </a:r>
          </a:p>
          <a:p>
            <a:pPr lvl="0"/>
            <a:endParaRPr lang="en-US" dirty="0"/>
          </a:p>
          <a:p>
            <a:pPr lvl="0"/>
            <a:endParaRPr lang="en-US" dirty="0"/>
          </a:p>
        </p:txBody>
      </p:sp>
      <p:pic>
        <p:nvPicPr>
          <p:cNvPr id="4" name="Picture 3">
            <a:extLst>
              <a:ext uri="{FF2B5EF4-FFF2-40B4-BE49-F238E27FC236}">
                <a16:creationId xmlns:a16="http://schemas.microsoft.com/office/drawing/2014/main" id="{487276D0-3F7F-1AC1-0226-C42B4AFC518D}"/>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89000"/>
                    </a14:imgEffect>
                  </a14:imgLayer>
                </a14:imgProps>
              </a:ext>
            </a:extLst>
          </a:blip>
          <a:srcRect t="19718" r="5326" b="14896"/>
          <a:stretch/>
        </p:blipFill>
        <p:spPr>
          <a:xfrm>
            <a:off x="1701924" y="4581128"/>
            <a:ext cx="5846885" cy="693616"/>
          </a:xfrm>
          <a:prstGeom prst="rect">
            <a:avLst/>
          </a:prstGeom>
          <a:solidFill>
            <a:schemeClr val="accent6"/>
          </a:solidFill>
        </p:spPr>
      </p:pic>
    </p:spTree>
    <p:extLst>
      <p:ext uri="{BB962C8B-B14F-4D97-AF65-F5344CB8AC3E}">
        <p14:creationId xmlns:p14="http://schemas.microsoft.com/office/powerpoint/2010/main" val="199469441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24BCA-9FD5-EA07-8B17-2A659FDD6BED}"/>
              </a:ext>
            </a:extLst>
          </p:cNvPr>
          <p:cNvSpPr>
            <a:spLocks noGrp="1"/>
          </p:cNvSpPr>
          <p:nvPr>
            <p:ph type="title"/>
          </p:nvPr>
        </p:nvSpPr>
        <p:spPr>
          <a:xfrm>
            <a:off x="1522413" y="381000"/>
            <a:ext cx="9144001" cy="887760"/>
          </a:xfrm>
        </p:spPr>
        <p:txBody>
          <a:bodyPr/>
          <a:lstStyle/>
          <a:p>
            <a:r>
              <a:rPr lang="en-US" dirty="0"/>
              <a:t>Scope of this project:</a:t>
            </a:r>
            <a:endParaRPr lang="en-IN" dirty="0"/>
          </a:p>
        </p:txBody>
      </p:sp>
      <p:sp>
        <p:nvSpPr>
          <p:cNvPr id="3" name="Content Placeholder 2">
            <a:extLst>
              <a:ext uri="{FF2B5EF4-FFF2-40B4-BE49-F238E27FC236}">
                <a16:creationId xmlns:a16="http://schemas.microsoft.com/office/drawing/2014/main" id="{4CFFC093-EA5E-1AEA-D2D1-3FDCBE73CB91}"/>
              </a:ext>
            </a:extLst>
          </p:cNvPr>
          <p:cNvSpPr>
            <a:spLocks noGrp="1"/>
          </p:cNvSpPr>
          <p:nvPr>
            <p:ph idx="1"/>
          </p:nvPr>
        </p:nvSpPr>
        <p:spPr>
          <a:xfrm>
            <a:off x="1522413" y="1556793"/>
            <a:ext cx="9134391" cy="4463008"/>
          </a:xfrm>
        </p:spPr>
        <p:txBody>
          <a:bodyPr>
            <a:normAutofit fontScale="25000" lnSpcReduction="20000"/>
          </a:bodyPr>
          <a:lstStyle/>
          <a:p>
            <a:pPr algn="just">
              <a:lnSpc>
                <a:spcPct val="170000"/>
              </a:lnSpc>
              <a:buFont typeface="Wingdings" panose="05000000000000000000" pitchFamily="2" charset="2"/>
              <a:buChar char="q"/>
            </a:pPr>
            <a:r>
              <a:rPr lang="en-US" sz="3700" dirty="0"/>
              <a:t>The world is a global village today and people are moving from one part of the world to another part of the world for business.</a:t>
            </a:r>
            <a:endParaRPr lang="en-IN" sz="3700" dirty="0"/>
          </a:p>
          <a:p>
            <a:pPr algn="just">
              <a:lnSpc>
                <a:spcPct val="170000"/>
              </a:lnSpc>
              <a:buFont typeface="Wingdings" panose="05000000000000000000" pitchFamily="2" charset="2"/>
              <a:buChar char="q"/>
            </a:pPr>
            <a:r>
              <a:rPr lang="en-IN" sz="3700" dirty="0"/>
              <a:t>One country’s weather forecast is different from another country. In this situation, we have to spot on while converting temperature.</a:t>
            </a:r>
          </a:p>
          <a:p>
            <a:pPr algn="just">
              <a:lnSpc>
                <a:spcPct val="170000"/>
              </a:lnSpc>
              <a:buFont typeface="Wingdings" panose="05000000000000000000" pitchFamily="2" charset="2"/>
              <a:buChar char="q"/>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The project scope may include the following components: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70000"/>
              </a:lnSpc>
              <a:buFont typeface="+mj-lt"/>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User interface design: The project should have a simple and intuitive interface that allows users to enter the temperature value and select the input and output scales.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70000"/>
              </a:lnSpc>
              <a:buFont typeface="+mj-lt"/>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Temperature conversion algorithm: The project should include an algorithm to convert temperature values from one scale to another. The algorithm should be accurate and efficient.</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70000"/>
              </a:lnSpc>
              <a:buFont typeface="+mj-lt"/>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Error handling: The project should include error handling mechanisms to ensure that the user inputs valid temperature values and selects valid input and output scales.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70000"/>
              </a:lnSpc>
              <a:buFont typeface="+mj-lt"/>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Unit testing: The project should include a set of unit tests to verify the correctness of the conversion algorithm and error handling mechanisms.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70000"/>
              </a:lnSpc>
              <a:spcAft>
                <a:spcPts val="800"/>
              </a:spcAft>
              <a:buFont typeface="+mj-lt"/>
              <a:buAutoNum type="arabicPeriod"/>
            </a:pPr>
            <a:r>
              <a:rPr lang="en-IN" sz="3600" dirty="0">
                <a:effectLst/>
                <a:latin typeface="Times New Roman" panose="02020603050405020304" pitchFamily="18" charset="0"/>
                <a:ea typeface="Calibri" panose="020F0502020204030204" pitchFamily="34" charset="0"/>
                <a:cs typeface="Times New Roman" panose="02020603050405020304" pitchFamily="18" charset="0"/>
              </a:rPr>
              <a:t>Deployment: The project should be deployed to a suitable platform, such as a web server or a mobile application store, to make it accessible to users.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066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sz="half" idx="1"/>
          </p:nvPr>
        </p:nvSpPr>
        <p:spPr/>
        <p:txBody>
          <a:bodyPr>
            <a:normAutofit fontScale="70000" lnSpcReduction="20000"/>
          </a:bodyPr>
          <a:lstStyle/>
          <a:p>
            <a:pPr algn="just">
              <a:lnSpc>
                <a:spcPct val="150000"/>
              </a:lnSpc>
              <a:buFont typeface="Wingdings" panose="05000000000000000000" pitchFamily="2" charset="2"/>
              <a:buChar char="q"/>
            </a:pPr>
            <a:r>
              <a:rPr lang="en-US" dirty="0"/>
              <a:t> The Temperature Convertor is one of the updated program which is created with all the possible features and actions to perform according to the user needs.</a:t>
            </a:r>
          </a:p>
          <a:p>
            <a:pPr algn="just">
              <a:lnSpc>
                <a:spcPct val="150000"/>
              </a:lnSpc>
              <a:buFont typeface="Wingdings" panose="05000000000000000000" pitchFamily="2" charset="2"/>
              <a:buChar char="q"/>
            </a:pPr>
            <a:r>
              <a:rPr lang="en-US" dirty="0"/>
              <a:t>While we are creating the Program, the first thing came to our mind is to make it user friendly and also get  accurate calculation  of temperature</a:t>
            </a:r>
          </a:p>
        </p:txBody>
      </p:sp>
      <p:pic>
        <p:nvPicPr>
          <p:cNvPr id="7" name="Content Placeholder 6">
            <a:extLst>
              <a:ext uri="{FF2B5EF4-FFF2-40B4-BE49-F238E27FC236}">
                <a16:creationId xmlns:a16="http://schemas.microsoft.com/office/drawing/2014/main" id="{700BCE45-7DE0-D312-06CF-34DD8EE41D9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46540" y="1905001"/>
            <a:ext cx="4104456" cy="327868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20698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sz="half" idx="1"/>
          </p:nvPr>
        </p:nvSpPr>
        <p:spPr/>
        <p:txBody>
          <a:bodyPr>
            <a:normAutofit fontScale="62500" lnSpcReduction="20000"/>
          </a:bodyPr>
          <a:lstStyle/>
          <a:p>
            <a:pPr algn="just">
              <a:lnSpc>
                <a:spcPct val="170000"/>
              </a:lnSpc>
              <a:buFont typeface="Wingdings" panose="05000000000000000000" pitchFamily="2" charset="2"/>
              <a:buChar char="q"/>
            </a:pPr>
            <a:r>
              <a:rPr lang="en-US" dirty="0"/>
              <a:t>The three scale of temperature conversion measurement have been included here are Celsius, Fahrenheit and kelvin.</a:t>
            </a:r>
          </a:p>
          <a:p>
            <a:pPr algn="just">
              <a:lnSpc>
                <a:spcPct val="170000"/>
              </a:lnSpc>
              <a:buFont typeface="Wingdings" panose="05000000000000000000" pitchFamily="2" charset="2"/>
              <a:buChar char="q"/>
            </a:pPr>
            <a:r>
              <a:rPr lang="en-US" dirty="0"/>
              <a:t>Kelvin is the temperature scale devised and used to measure temperature from melting point of ice (0 deg) down to absolute zero/</a:t>
            </a:r>
          </a:p>
          <a:p>
            <a:pPr algn="just">
              <a:lnSpc>
                <a:spcPct val="170000"/>
              </a:lnSpc>
              <a:buFont typeface="Wingdings" panose="05000000000000000000" pitchFamily="2" charset="2"/>
              <a:buChar char="q"/>
            </a:pPr>
            <a:r>
              <a:rPr lang="en-US" dirty="0"/>
              <a:t>Celsius and Fahrenheit are mainly used to measure temperatures from melting point of ice and up.</a:t>
            </a:r>
          </a:p>
        </p:txBody>
      </p:sp>
      <p:pic>
        <p:nvPicPr>
          <p:cNvPr id="8" name="Content Placeholder 7">
            <a:extLst>
              <a:ext uri="{FF2B5EF4-FFF2-40B4-BE49-F238E27FC236}">
                <a16:creationId xmlns:a16="http://schemas.microsoft.com/office/drawing/2014/main" id="{0BC0B06B-9FE6-5C2E-0C28-D114DC0A320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84318" y="1905000"/>
            <a:ext cx="3612232" cy="36122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3691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sz="half" idx="1"/>
          </p:nvPr>
        </p:nvSpPr>
        <p:spPr/>
        <p:txBody>
          <a:bodyPr>
            <a:normAutofit fontScale="62500" lnSpcReduction="20000"/>
          </a:bodyPr>
          <a:lstStyle/>
          <a:p>
            <a:pPr>
              <a:lnSpc>
                <a:spcPct val="150000"/>
              </a:lnSpc>
              <a:buFont typeface="Wingdings" panose="05000000000000000000" pitchFamily="2" charset="2"/>
              <a:buChar char="q"/>
            </a:pPr>
            <a:r>
              <a:rPr lang="en-US" dirty="0"/>
              <a:t>Formulas for converting temperature from F to C:</a:t>
            </a:r>
          </a:p>
          <a:p>
            <a:pPr>
              <a:lnSpc>
                <a:spcPct val="150000"/>
              </a:lnSpc>
              <a:buFont typeface="Wingdings" panose="05000000000000000000" pitchFamily="2" charset="2"/>
              <a:buChar char="q"/>
            </a:pPr>
            <a:r>
              <a:rPr lang="en-US" dirty="0"/>
              <a:t>C = (F-32)/1.8</a:t>
            </a:r>
          </a:p>
          <a:p>
            <a:pPr>
              <a:lnSpc>
                <a:spcPct val="150000"/>
              </a:lnSpc>
              <a:buFont typeface="Wingdings" panose="05000000000000000000" pitchFamily="2" charset="2"/>
              <a:buChar char="q"/>
            </a:pPr>
            <a:r>
              <a:rPr lang="en-US" dirty="0"/>
              <a:t>Formula for converting temperature from C to K:</a:t>
            </a:r>
          </a:p>
          <a:p>
            <a:pPr>
              <a:lnSpc>
                <a:spcPct val="150000"/>
              </a:lnSpc>
              <a:buFont typeface="Wingdings" panose="05000000000000000000" pitchFamily="2" charset="2"/>
              <a:buChar char="q"/>
            </a:pPr>
            <a:r>
              <a:rPr lang="en-US" dirty="0"/>
              <a:t>K =(273.15+C)</a:t>
            </a:r>
          </a:p>
          <a:p>
            <a:pPr>
              <a:lnSpc>
                <a:spcPct val="150000"/>
              </a:lnSpc>
              <a:buFont typeface="Wingdings" panose="05000000000000000000" pitchFamily="2" charset="2"/>
              <a:buChar char="q"/>
            </a:pPr>
            <a:r>
              <a:rPr lang="en-US" dirty="0"/>
              <a:t>Formula used for converting  temperature from C  to F:</a:t>
            </a:r>
          </a:p>
          <a:p>
            <a:pPr>
              <a:lnSpc>
                <a:spcPct val="150000"/>
              </a:lnSpc>
              <a:buFont typeface="Wingdings" panose="05000000000000000000" pitchFamily="2" charset="2"/>
              <a:buChar char="q"/>
            </a:pPr>
            <a:r>
              <a:rPr lang="en-US" dirty="0"/>
              <a:t>F =(C*1.8)+32</a:t>
            </a:r>
          </a:p>
        </p:txBody>
      </p:sp>
      <p:pic>
        <p:nvPicPr>
          <p:cNvPr id="12" name="Content Placeholder 11">
            <a:extLst>
              <a:ext uri="{FF2B5EF4-FFF2-40B4-BE49-F238E27FC236}">
                <a16:creationId xmlns:a16="http://schemas.microsoft.com/office/drawing/2014/main" id="{E9B4F5D4-DF5C-B4D8-6E58-3D2E27321B4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46540" y="2060848"/>
            <a:ext cx="3700518" cy="259228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72363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92500"/>
          </a:bodyPr>
          <a:lstStyle/>
          <a:p>
            <a:pPr algn="just">
              <a:lnSpc>
                <a:spcPct val="150000"/>
              </a:lnSpc>
              <a:buFont typeface="Wingdings" panose="05000000000000000000" pitchFamily="2" charset="2"/>
              <a:buChar char="q"/>
            </a:pPr>
            <a:r>
              <a:rPr lang="en-US" sz="1200" dirty="0"/>
              <a:t>In this project, we have total of 6 modules:</a:t>
            </a:r>
          </a:p>
          <a:p>
            <a:pPr algn="just">
              <a:lnSpc>
                <a:spcPct val="150000"/>
              </a:lnSpc>
              <a:buFont typeface="Wingdings" panose="05000000000000000000" pitchFamily="2" charset="2"/>
              <a:buChar char="q"/>
            </a:pPr>
            <a:r>
              <a:rPr lang="en-US" sz="1400" dirty="0"/>
              <a:t>Login page</a:t>
            </a:r>
            <a:r>
              <a:rPr lang="en-US" sz="1200" dirty="0"/>
              <a:t>: </a:t>
            </a:r>
          </a:p>
          <a:p>
            <a:pPr algn="just">
              <a:lnSpc>
                <a:spcPct val="150000"/>
              </a:lnSpc>
              <a:buFont typeface="Wingdings" panose="05000000000000000000" pitchFamily="2" charset="2"/>
              <a:buChar char="q"/>
            </a:pPr>
            <a:r>
              <a:rPr lang="en-US" sz="1200" dirty="0"/>
              <a:t>When we will run the program, the first frame that will appear is the login page.</a:t>
            </a:r>
          </a:p>
          <a:p>
            <a:pPr algn="just">
              <a:lnSpc>
                <a:spcPct val="150000"/>
              </a:lnSpc>
              <a:buFont typeface="Wingdings" panose="05000000000000000000" pitchFamily="2" charset="2"/>
              <a:buChar char="q"/>
            </a:pPr>
            <a:r>
              <a:rPr lang="en-US" sz="1200" dirty="0"/>
              <a:t>It will simply ask the username and password from the user, and if the username or password is wrong, it will show us a popup message regarding the wrong details.</a:t>
            </a:r>
          </a:p>
          <a:p>
            <a:pPr algn="just">
              <a:lnSpc>
                <a:spcPct val="150000"/>
              </a:lnSpc>
              <a:buFont typeface="Wingdings" panose="05000000000000000000" pitchFamily="2" charset="2"/>
              <a:buChar char="q"/>
            </a:pPr>
            <a:r>
              <a:rPr lang="en-US" sz="1200" dirty="0"/>
              <a:t>If the details filled by the user are correct it will take us to the dashboard.</a:t>
            </a:r>
          </a:p>
          <a:p>
            <a:pPr algn="just">
              <a:lnSpc>
                <a:spcPct val="150000"/>
              </a:lnSpc>
              <a:buFont typeface="Wingdings" panose="05000000000000000000" pitchFamily="2" charset="2"/>
              <a:buChar char="q"/>
            </a:pPr>
            <a:r>
              <a:rPr lang="en-US" sz="1200" dirty="0"/>
              <a:t>If the user does not have any account, he/she may create a new Account by simply clicking on “Sign up” button.</a:t>
            </a:r>
          </a:p>
        </p:txBody>
      </p:sp>
      <p:pic>
        <p:nvPicPr>
          <p:cNvPr id="7" name="Content Placeholder 6">
            <a:extLst>
              <a:ext uri="{FF2B5EF4-FFF2-40B4-BE49-F238E27FC236}">
                <a16:creationId xmlns:a16="http://schemas.microsoft.com/office/drawing/2014/main" id="{FD747670-E6CE-CB45-3587-B4A74C54F1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26459" y="1768834"/>
            <a:ext cx="4510149" cy="338835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59606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85000" lnSpcReduction="20000"/>
          </a:bodyPr>
          <a:lstStyle/>
          <a:p>
            <a:pPr>
              <a:lnSpc>
                <a:spcPct val="150000"/>
              </a:lnSpc>
              <a:buFont typeface="Wingdings" panose="05000000000000000000" pitchFamily="2" charset="2"/>
              <a:buChar char="q"/>
            </a:pPr>
            <a:r>
              <a:rPr lang="en-US" sz="1600" dirty="0"/>
              <a:t>Sign Up</a:t>
            </a:r>
            <a:r>
              <a:rPr lang="en-US" sz="1200" dirty="0"/>
              <a:t>:</a:t>
            </a:r>
          </a:p>
          <a:p>
            <a:pPr algn="just">
              <a:lnSpc>
                <a:spcPct val="150000"/>
              </a:lnSpc>
              <a:buFont typeface="Wingdings" panose="05000000000000000000" pitchFamily="2" charset="2"/>
              <a:buChar char="q"/>
            </a:pPr>
            <a:r>
              <a:rPr lang="en-US" sz="1200" dirty="0"/>
              <a:t>As said earlier, If the user does not have any account, he/she may create a new account by filling all the mandatory details such as “first name”, ”last name”. “DOB”, “username and password”</a:t>
            </a:r>
          </a:p>
          <a:p>
            <a:pPr algn="just">
              <a:lnSpc>
                <a:spcPct val="150000"/>
              </a:lnSpc>
              <a:buFont typeface="Wingdings" panose="05000000000000000000" pitchFamily="2" charset="2"/>
              <a:buChar char="q"/>
            </a:pPr>
            <a:r>
              <a:rPr lang="en-US" sz="1200" dirty="0"/>
              <a:t>If the user skips any detail(s) and try to create an account, a pop up message will be generated that he have to fill all the details given in the form.</a:t>
            </a:r>
          </a:p>
          <a:p>
            <a:pPr algn="just">
              <a:lnSpc>
                <a:spcPct val="150000"/>
              </a:lnSpc>
              <a:buFont typeface="Wingdings" panose="05000000000000000000" pitchFamily="2" charset="2"/>
              <a:buChar char="q"/>
            </a:pPr>
            <a:r>
              <a:rPr lang="en-US" sz="1200" dirty="0"/>
              <a:t>The password and confirm password should match otherwise it will lead to an error and account will not be created.</a:t>
            </a:r>
          </a:p>
          <a:p>
            <a:pPr algn="just">
              <a:lnSpc>
                <a:spcPct val="150000"/>
              </a:lnSpc>
              <a:buFont typeface="Wingdings" panose="05000000000000000000" pitchFamily="2" charset="2"/>
              <a:buChar char="q"/>
            </a:pPr>
            <a:r>
              <a:rPr lang="en-US" sz="1200" dirty="0"/>
              <a:t>The email id should ended with “@gmail.com” otherwise , the account will not be created.</a:t>
            </a:r>
          </a:p>
          <a:p>
            <a:pPr algn="just">
              <a:lnSpc>
                <a:spcPct val="150000"/>
              </a:lnSpc>
              <a:buFont typeface="Wingdings" panose="05000000000000000000" pitchFamily="2" charset="2"/>
              <a:buChar char="q"/>
            </a:pPr>
            <a:r>
              <a:rPr lang="en-US" sz="1200" dirty="0"/>
              <a:t>After filling all the mandatory details and creating the account, the user will be taken to the dashboard.</a:t>
            </a:r>
          </a:p>
          <a:p>
            <a:pPr>
              <a:buFont typeface="Wingdings" panose="05000000000000000000" pitchFamily="2" charset="2"/>
              <a:buChar char="q"/>
            </a:pPr>
            <a:endParaRPr lang="en-US" sz="1200" dirty="0"/>
          </a:p>
          <a:p>
            <a:pPr>
              <a:buFont typeface="Wingdings" panose="05000000000000000000" pitchFamily="2" charset="2"/>
              <a:buChar char="q"/>
            </a:pPr>
            <a:endParaRPr lang="en-US" sz="1200" dirty="0"/>
          </a:p>
        </p:txBody>
      </p:sp>
      <p:pic>
        <p:nvPicPr>
          <p:cNvPr id="8" name="Content Placeholder 7">
            <a:extLst>
              <a:ext uri="{FF2B5EF4-FFF2-40B4-BE49-F238E27FC236}">
                <a16:creationId xmlns:a16="http://schemas.microsoft.com/office/drawing/2014/main" id="{05A61CAA-8350-60C2-90CB-AEBFDEF5D4B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70476" y="1556792"/>
            <a:ext cx="4330313" cy="4114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683015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92500" lnSpcReduction="10000"/>
          </a:bodyPr>
          <a:lstStyle/>
          <a:p>
            <a:pPr algn="just">
              <a:lnSpc>
                <a:spcPct val="150000"/>
              </a:lnSpc>
              <a:buFont typeface="Wingdings" panose="05000000000000000000" pitchFamily="2" charset="2"/>
              <a:buChar char="q"/>
            </a:pPr>
            <a:r>
              <a:rPr lang="en-US" sz="1600" dirty="0"/>
              <a:t>Dashboard</a:t>
            </a:r>
            <a:r>
              <a:rPr lang="en-US" sz="1400" dirty="0"/>
              <a:t>:</a:t>
            </a:r>
          </a:p>
          <a:p>
            <a:pPr algn="just">
              <a:lnSpc>
                <a:spcPct val="150000"/>
              </a:lnSpc>
              <a:buFont typeface="Wingdings" panose="05000000000000000000" pitchFamily="2" charset="2"/>
              <a:buChar char="q"/>
            </a:pPr>
            <a:r>
              <a:rPr lang="en-US" sz="1400" dirty="0"/>
              <a:t>After login to the account, the user will be taken to the dashboard where all the details are available regarding the GUI.</a:t>
            </a:r>
          </a:p>
          <a:p>
            <a:pPr algn="just">
              <a:lnSpc>
                <a:spcPct val="150000"/>
              </a:lnSpc>
              <a:buFont typeface="Wingdings" panose="05000000000000000000" pitchFamily="2" charset="2"/>
              <a:buChar char="q"/>
            </a:pPr>
            <a:r>
              <a:rPr lang="en-US" sz="1400" dirty="0"/>
              <a:t>There  are many sections provided here like </a:t>
            </a:r>
          </a:p>
          <a:p>
            <a:pPr algn="just">
              <a:lnSpc>
                <a:spcPct val="150000"/>
              </a:lnSpc>
              <a:buFont typeface="Wingdings" panose="05000000000000000000" pitchFamily="2" charset="2"/>
              <a:buChar char="q"/>
            </a:pPr>
            <a:r>
              <a:rPr lang="en-US" sz="1400" dirty="0"/>
              <a:t>“ About us”, “ Working of the application”, “ demo trial”, “ purchase” , “sign out”</a:t>
            </a:r>
          </a:p>
          <a:p>
            <a:pPr algn="just">
              <a:lnSpc>
                <a:spcPct val="150000"/>
              </a:lnSpc>
              <a:buFont typeface="Wingdings" panose="05000000000000000000" pitchFamily="2" charset="2"/>
              <a:buChar char="q"/>
            </a:pPr>
            <a:r>
              <a:rPr lang="en-US" sz="1400" dirty="0"/>
              <a:t>Clicking on any section, the user will be taken to that frame.</a:t>
            </a:r>
          </a:p>
          <a:p>
            <a:pPr algn="just">
              <a:lnSpc>
                <a:spcPct val="150000"/>
              </a:lnSpc>
              <a:buFont typeface="Wingdings" panose="05000000000000000000" pitchFamily="2" charset="2"/>
              <a:buChar char="q"/>
            </a:pPr>
            <a:r>
              <a:rPr lang="en-US" sz="1400" dirty="0"/>
              <a:t>Now lets look to the further modules one by one:</a:t>
            </a:r>
          </a:p>
          <a:p>
            <a:pPr>
              <a:buFont typeface="Wingdings" panose="05000000000000000000" pitchFamily="2" charset="2"/>
              <a:buChar char="q"/>
            </a:pPr>
            <a:endParaRPr lang="en-US" sz="1400" dirty="0"/>
          </a:p>
          <a:p>
            <a:pPr>
              <a:buFont typeface="Wingdings" panose="05000000000000000000" pitchFamily="2" charset="2"/>
              <a:buChar char="q"/>
            </a:pPr>
            <a:endParaRPr lang="en-US" sz="1200" dirty="0"/>
          </a:p>
          <a:p>
            <a:pPr>
              <a:buFont typeface="Wingdings" panose="05000000000000000000" pitchFamily="2" charset="2"/>
              <a:buChar char="q"/>
            </a:pPr>
            <a:endParaRPr lang="en-US" sz="1200" dirty="0"/>
          </a:p>
          <a:p>
            <a:pPr>
              <a:buFont typeface="Wingdings" panose="05000000000000000000" pitchFamily="2" charset="2"/>
              <a:buChar char="q"/>
            </a:pPr>
            <a:endParaRPr lang="en-US" sz="1200" dirty="0"/>
          </a:p>
        </p:txBody>
      </p:sp>
      <p:pic>
        <p:nvPicPr>
          <p:cNvPr id="7" name="Content Placeholder 6">
            <a:extLst>
              <a:ext uri="{FF2B5EF4-FFF2-40B4-BE49-F238E27FC236}">
                <a16:creationId xmlns:a16="http://schemas.microsoft.com/office/drawing/2014/main" id="{9EB2C7BD-D9A2-E3E6-A026-C1D75F635CB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70476" y="1844824"/>
            <a:ext cx="4419600" cy="34096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375519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a:bodyPr>
          <a:lstStyle/>
          <a:p>
            <a:pPr>
              <a:buFont typeface="Wingdings" panose="05000000000000000000" pitchFamily="2" charset="2"/>
              <a:buChar char="q"/>
            </a:pPr>
            <a:r>
              <a:rPr lang="en-US" sz="1600" dirty="0"/>
              <a:t>About us :</a:t>
            </a:r>
          </a:p>
          <a:p>
            <a:pPr algn="just">
              <a:lnSpc>
                <a:spcPct val="150000"/>
              </a:lnSpc>
              <a:buFont typeface="Wingdings" panose="05000000000000000000" pitchFamily="2" charset="2"/>
              <a:buChar char="q"/>
            </a:pPr>
            <a:r>
              <a:rPr lang="en-US" sz="1600" dirty="0"/>
              <a:t> This frame will simply tell some details about the creators of this project in a tabular format.</a:t>
            </a:r>
          </a:p>
          <a:p>
            <a:pPr algn="just">
              <a:lnSpc>
                <a:spcPct val="150000"/>
              </a:lnSpc>
              <a:buFont typeface="Wingdings" panose="05000000000000000000" pitchFamily="2" charset="2"/>
              <a:buChar char="q"/>
            </a:pPr>
            <a:r>
              <a:rPr lang="en-US" sz="1600" dirty="0"/>
              <a:t>Here a button has been used named “Back” which is linked with  the dashboard, which  when clicked will take the user again to the dashboard.</a:t>
            </a:r>
          </a:p>
          <a:p>
            <a:pPr algn="just">
              <a:lnSpc>
                <a:spcPct val="150000"/>
              </a:lnSpc>
              <a:buFont typeface="Wingdings" panose="05000000000000000000" pitchFamily="2" charset="2"/>
              <a:buChar char="q"/>
            </a:pPr>
            <a:r>
              <a:rPr lang="en-US" sz="1600" dirty="0"/>
              <a:t>Now lets look to the next Frame:</a:t>
            </a:r>
          </a:p>
        </p:txBody>
      </p:sp>
      <p:pic>
        <p:nvPicPr>
          <p:cNvPr id="8" name="Content Placeholder 7">
            <a:extLst>
              <a:ext uri="{FF2B5EF4-FFF2-40B4-BE49-F238E27FC236}">
                <a16:creationId xmlns:a16="http://schemas.microsoft.com/office/drawing/2014/main" id="{56CEC705-70F1-1064-A1E9-968E5F80BFC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86500" y="1556792"/>
            <a:ext cx="4419600" cy="352839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25386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92500" lnSpcReduction="20000"/>
          </a:bodyPr>
          <a:lstStyle/>
          <a:p>
            <a:pPr>
              <a:buFont typeface="Wingdings" panose="05000000000000000000" pitchFamily="2" charset="2"/>
              <a:buChar char="q"/>
            </a:pPr>
            <a:r>
              <a:rPr lang="en-US" sz="1600" u="sng" dirty="0"/>
              <a:t>Working of the application</a:t>
            </a:r>
            <a:r>
              <a:rPr lang="en-US" sz="1600" dirty="0"/>
              <a:t>:</a:t>
            </a:r>
          </a:p>
          <a:p>
            <a:pPr marL="0" indent="0">
              <a:buNone/>
            </a:pPr>
            <a:endParaRPr lang="en-US" sz="1600" dirty="0"/>
          </a:p>
          <a:p>
            <a:pPr algn="just">
              <a:lnSpc>
                <a:spcPct val="150000"/>
              </a:lnSpc>
              <a:buFont typeface="Wingdings" panose="05000000000000000000" pitchFamily="2" charset="2"/>
              <a:buChar char="q"/>
            </a:pPr>
            <a:r>
              <a:rPr lang="en-US" sz="1600" dirty="0"/>
              <a:t>Any user who is using the application should be aware that how is actually the interface is working.</a:t>
            </a:r>
          </a:p>
          <a:p>
            <a:pPr marL="0" indent="0" algn="just">
              <a:lnSpc>
                <a:spcPct val="150000"/>
              </a:lnSpc>
              <a:buNone/>
            </a:pPr>
            <a:endParaRPr lang="en-US" sz="1600" dirty="0"/>
          </a:p>
          <a:p>
            <a:pPr algn="just">
              <a:lnSpc>
                <a:spcPct val="150000"/>
              </a:lnSpc>
              <a:buFont typeface="Wingdings" panose="05000000000000000000" pitchFamily="2" charset="2"/>
              <a:buChar char="q"/>
            </a:pPr>
            <a:r>
              <a:rPr lang="en-US" sz="1600" dirty="0"/>
              <a:t> So, we have provided an Er diagram in this frame and some formulae regarding the conversion so that the user can also verify it that whatever the conversion the application is doing is correct.</a:t>
            </a:r>
          </a:p>
        </p:txBody>
      </p:sp>
      <p:pic>
        <p:nvPicPr>
          <p:cNvPr id="7" name="Content Placeholder 6">
            <a:extLst>
              <a:ext uri="{FF2B5EF4-FFF2-40B4-BE49-F238E27FC236}">
                <a16:creationId xmlns:a16="http://schemas.microsoft.com/office/drawing/2014/main" id="{2139FC9C-92BC-88DE-733B-DC7E852AFFB5}"/>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382444" y="2204864"/>
            <a:ext cx="4481545" cy="3024336"/>
          </a:xfrm>
        </p:spPr>
      </p:pic>
    </p:spTree>
    <p:extLst>
      <p:ext uri="{BB962C8B-B14F-4D97-AF65-F5344CB8AC3E}">
        <p14:creationId xmlns:p14="http://schemas.microsoft.com/office/powerpoint/2010/main" val="3889394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5188" y="404664"/>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77500" lnSpcReduction="20000"/>
          </a:bodyPr>
          <a:lstStyle/>
          <a:p>
            <a:pPr>
              <a:buFont typeface="Wingdings" panose="05000000000000000000" pitchFamily="2" charset="2"/>
              <a:buChar char="q"/>
            </a:pPr>
            <a:r>
              <a:rPr lang="en-US" sz="1900" u="sng" dirty="0"/>
              <a:t>Application</a:t>
            </a:r>
            <a:r>
              <a:rPr lang="en-US" sz="1600" u="sng" dirty="0"/>
              <a:t>:</a:t>
            </a:r>
            <a:endParaRPr lang="en-US" sz="1600" dirty="0"/>
          </a:p>
          <a:p>
            <a:pPr algn="just">
              <a:lnSpc>
                <a:spcPct val="170000"/>
              </a:lnSpc>
              <a:buFont typeface="Wingdings" panose="05000000000000000000" pitchFamily="2" charset="2"/>
              <a:buChar char="q"/>
            </a:pPr>
            <a:r>
              <a:rPr lang="en-US" sz="1600" dirty="0"/>
              <a:t>There is a frame called “Demo Trail” which will take the user to the main application.</a:t>
            </a:r>
          </a:p>
          <a:p>
            <a:pPr algn="just">
              <a:lnSpc>
                <a:spcPct val="170000"/>
              </a:lnSpc>
              <a:buFont typeface="Wingdings" panose="05000000000000000000" pitchFamily="2" charset="2"/>
              <a:buChar char="q"/>
            </a:pPr>
            <a:r>
              <a:rPr lang="en-US" sz="1600" dirty="0"/>
              <a:t> There the user can convert the temperatures as per his/her wish. In this  3 scales of </a:t>
            </a:r>
            <a:r>
              <a:rPr lang="en-US" sz="1600" dirty="0" err="1"/>
              <a:t>temperatueres</a:t>
            </a:r>
            <a:r>
              <a:rPr lang="en-US" sz="1600" dirty="0"/>
              <a:t> given using </a:t>
            </a:r>
            <a:r>
              <a:rPr lang="en-US" sz="1600" dirty="0" err="1"/>
              <a:t>JcomboBox</a:t>
            </a:r>
            <a:r>
              <a:rPr lang="en-US" sz="1600" dirty="0"/>
              <a:t> : Celsius, </a:t>
            </a:r>
            <a:r>
              <a:rPr lang="en-US" sz="1600" dirty="0" err="1"/>
              <a:t>Fahreinheit</a:t>
            </a:r>
            <a:r>
              <a:rPr lang="en-US" sz="1600" dirty="0"/>
              <a:t> and kelvin.</a:t>
            </a:r>
          </a:p>
          <a:p>
            <a:pPr algn="just">
              <a:lnSpc>
                <a:spcPct val="170000"/>
              </a:lnSpc>
              <a:buFont typeface="Wingdings" panose="05000000000000000000" pitchFamily="2" charset="2"/>
              <a:buChar char="q"/>
            </a:pPr>
            <a:r>
              <a:rPr lang="en-US" sz="1600" dirty="0"/>
              <a:t>The first </a:t>
            </a:r>
            <a:r>
              <a:rPr lang="en-US" sz="1600" dirty="0" err="1"/>
              <a:t>textfield</a:t>
            </a:r>
            <a:r>
              <a:rPr lang="en-US" sz="1600" dirty="0"/>
              <a:t> will take the input from the user and displays output to the second </a:t>
            </a:r>
            <a:r>
              <a:rPr lang="en-US" sz="1600" dirty="0" err="1"/>
              <a:t>textfield</a:t>
            </a:r>
            <a:r>
              <a:rPr lang="en-US" sz="1600" dirty="0"/>
              <a:t>.</a:t>
            </a:r>
          </a:p>
          <a:p>
            <a:pPr algn="just">
              <a:lnSpc>
                <a:spcPct val="170000"/>
              </a:lnSpc>
              <a:buFont typeface="Wingdings" panose="05000000000000000000" pitchFamily="2" charset="2"/>
              <a:buChar char="q"/>
            </a:pPr>
            <a:r>
              <a:rPr lang="en-US" sz="1600" dirty="0"/>
              <a:t>Here a “Rate” button is also there which will take the user in the “Submit Feedback” frame when clicked, Lets look about that in more detail:</a:t>
            </a:r>
          </a:p>
        </p:txBody>
      </p:sp>
      <p:pic>
        <p:nvPicPr>
          <p:cNvPr id="8" name="Content Placeholder 7">
            <a:extLst>
              <a:ext uri="{FF2B5EF4-FFF2-40B4-BE49-F238E27FC236}">
                <a16:creationId xmlns:a16="http://schemas.microsoft.com/office/drawing/2014/main" id="{41CD775A-DC5D-FD2F-68C6-3973F56F551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29350" y="2260736"/>
            <a:ext cx="4419600" cy="340332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428170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70000" lnSpcReduction="20000"/>
          </a:bodyPr>
          <a:lstStyle/>
          <a:p>
            <a:pPr>
              <a:buFont typeface="Wingdings" panose="05000000000000000000" pitchFamily="2" charset="2"/>
              <a:buChar char="q"/>
            </a:pPr>
            <a:r>
              <a:rPr lang="en-US" sz="2300" u="sng" dirty="0"/>
              <a:t>Feedback:</a:t>
            </a:r>
          </a:p>
          <a:p>
            <a:pPr algn="just">
              <a:lnSpc>
                <a:spcPct val="160000"/>
              </a:lnSpc>
              <a:buFont typeface="Wingdings" panose="05000000000000000000" pitchFamily="2" charset="2"/>
              <a:buChar char="q"/>
            </a:pPr>
            <a:r>
              <a:rPr lang="en-US" sz="1600" i="1" dirty="0"/>
              <a:t>After clicking on “ Rate button” the user enter into a new frame called “ Feedback form” through which the user can give his opinions to the project team.</a:t>
            </a:r>
          </a:p>
          <a:p>
            <a:pPr algn="just">
              <a:lnSpc>
                <a:spcPct val="160000"/>
              </a:lnSpc>
              <a:buFont typeface="Wingdings" panose="05000000000000000000" pitchFamily="2" charset="2"/>
              <a:buChar char="q"/>
            </a:pPr>
            <a:r>
              <a:rPr lang="en-US" sz="1600" i="1" dirty="0"/>
              <a:t>The user have to enter all the details like his email id, phone number to submit his/ her </a:t>
            </a:r>
            <a:r>
              <a:rPr lang="en-US" sz="1600" i="1" dirty="0" err="1"/>
              <a:t>feeback</a:t>
            </a:r>
            <a:r>
              <a:rPr lang="en-US" sz="1600" i="1" dirty="0"/>
              <a:t>.</a:t>
            </a:r>
          </a:p>
          <a:p>
            <a:pPr algn="just">
              <a:lnSpc>
                <a:spcPct val="160000"/>
              </a:lnSpc>
              <a:buFont typeface="Wingdings" panose="05000000000000000000" pitchFamily="2" charset="2"/>
              <a:buChar char="q"/>
            </a:pPr>
            <a:r>
              <a:rPr lang="en-US" sz="1600" i="1" dirty="0"/>
              <a:t>The email id must end with “@gmail.com” and mobile number must be of 10 digits otherwise it will show an error.</a:t>
            </a:r>
          </a:p>
          <a:p>
            <a:pPr algn="just">
              <a:lnSpc>
                <a:spcPct val="160000"/>
              </a:lnSpc>
              <a:buFont typeface="Wingdings" panose="05000000000000000000" pitchFamily="2" charset="2"/>
              <a:buChar char="q"/>
            </a:pPr>
            <a:r>
              <a:rPr lang="en-US" sz="1600" i="1" dirty="0"/>
              <a:t>After filling all the details, and clicking on the “Submit” button , a popup message will be displayed which will show the date and time at which the user has submit the feedback form.  </a:t>
            </a:r>
          </a:p>
        </p:txBody>
      </p:sp>
      <p:pic>
        <p:nvPicPr>
          <p:cNvPr id="7" name="Content Placeholder 6">
            <a:extLst>
              <a:ext uri="{FF2B5EF4-FFF2-40B4-BE49-F238E27FC236}">
                <a16:creationId xmlns:a16="http://schemas.microsoft.com/office/drawing/2014/main" id="{CF0D8612-9F9C-22B5-0B35-49EC1218B07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29350" y="2276872"/>
            <a:ext cx="4419600" cy="335505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64873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7956376" cy="1319808"/>
          </a:xfrm>
        </p:spPr>
        <p:txBody>
          <a:bodyPr/>
          <a:lstStyle/>
          <a:p>
            <a:r>
              <a:rPr lang="en-US" dirty="0"/>
              <a:t>PROJECT DESCRIPTION</a:t>
            </a:r>
          </a:p>
        </p:txBody>
      </p:sp>
      <p:sp>
        <p:nvSpPr>
          <p:cNvPr id="3" name="Content Placeholder 2"/>
          <p:cNvSpPr>
            <a:spLocks noGrp="1"/>
          </p:cNvSpPr>
          <p:nvPr>
            <p:ph sz="half" idx="1"/>
          </p:nvPr>
        </p:nvSpPr>
        <p:spPr/>
        <p:txBody>
          <a:bodyPr>
            <a:normAutofit fontScale="47500" lnSpcReduction="20000"/>
          </a:bodyPr>
          <a:lstStyle/>
          <a:p>
            <a:pPr>
              <a:buFont typeface="Wingdings" panose="05000000000000000000" pitchFamily="2" charset="2"/>
              <a:buChar char="q"/>
            </a:pPr>
            <a:r>
              <a:rPr lang="en-US" sz="2900" u="sng" dirty="0"/>
              <a:t>Purchase</a:t>
            </a:r>
            <a:r>
              <a:rPr lang="en-US" sz="2300" u="sng" dirty="0"/>
              <a:t>:</a:t>
            </a:r>
          </a:p>
          <a:p>
            <a:pPr algn="just">
              <a:lnSpc>
                <a:spcPct val="170000"/>
              </a:lnSpc>
              <a:buFont typeface="Wingdings" panose="05000000000000000000" pitchFamily="2" charset="2"/>
              <a:buChar char="q"/>
            </a:pPr>
            <a:r>
              <a:rPr lang="en-US" sz="2300" i="1" dirty="0"/>
              <a:t>Lets talk about another module “Purchase”</a:t>
            </a:r>
          </a:p>
          <a:p>
            <a:pPr algn="just">
              <a:lnSpc>
                <a:spcPct val="170000"/>
              </a:lnSpc>
              <a:buFont typeface="Wingdings" panose="05000000000000000000" pitchFamily="2" charset="2"/>
              <a:buChar char="q"/>
            </a:pPr>
            <a:r>
              <a:rPr lang="en-US" sz="2300" i="1" dirty="0"/>
              <a:t>In this module the user if find the application useful, will be able to purchase it for his use.</a:t>
            </a:r>
          </a:p>
          <a:p>
            <a:pPr algn="just">
              <a:lnSpc>
                <a:spcPct val="170000"/>
              </a:lnSpc>
              <a:buFont typeface="Wingdings" panose="05000000000000000000" pitchFamily="2" charset="2"/>
              <a:buChar char="q"/>
            </a:pPr>
            <a:r>
              <a:rPr lang="en-US" sz="2300" i="1" dirty="0"/>
              <a:t>User just have to enter his full name, and card details , and have to select his/her country and select plan and then have to click on “purchase now” button.</a:t>
            </a:r>
          </a:p>
          <a:p>
            <a:pPr algn="just">
              <a:lnSpc>
                <a:spcPct val="170000"/>
              </a:lnSpc>
              <a:buFont typeface="Wingdings" panose="05000000000000000000" pitchFamily="2" charset="2"/>
              <a:buChar char="q"/>
            </a:pPr>
            <a:r>
              <a:rPr lang="en-US" sz="2300" i="1" dirty="0"/>
              <a:t>A popup message will be shown with the time and date the user has purchased the application.</a:t>
            </a:r>
          </a:p>
          <a:p>
            <a:pPr algn="just">
              <a:lnSpc>
                <a:spcPct val="170000"/>
              </a:lnSpc>
              <a:buFont typeface="Wingdings" panose="05000000000000000000" pitchFamily="2" charset="2"/>
              <a:buChar char="q"/>
            </a:pPr>
            <a:r>
              <a:rPr lang="en-US" sz="2300" i="1" dirty="0"/>
              <a:t>NOTE: If any of the details is skipped by the user, he/ she will not be able to buy it. (All details are mandatory).</a:t>
            </a:r>
          </a:p>
        </p:txBody>
      </p:sp>
      <p:pic>
        <p:nvPicPr>
          <p:cNvPr id="8" name="Content Placeholder 7">
            <a:extLst>
              <a:ext uri="{FF2B5EF4-FFF2-40B4-BE49-F238E27FC236}">
                <a16:creationId xmlns:a16="http://schemas.microsoft.com/office/drawing/2014/main" id="{B299EA50-A83B-796B-D2BC-71099BC34CE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70476" y="1905001"/>
            <a:ext cx="4419600" cy="370765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436006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000" dirty="0"/>
              <a:t>Now lets look all these frames with the help of Smart Art:</a:t>
            </a:r>
          </a:p>
        </p:txBody>
      </p:sp>
      <p:graphicFrame>
        <p:nvGraphicFramePr>
          <p:cNvPr id="3" name="Content Placeholder 2" descr="Alternating flow showing sequence of 3 steps in a process and their task descriptions"/>
          <p:cNvGraphicFramePr>
            <a:graphicFrameLocks noGrp="1"/>
          </p:cNvGraphicFramePr>
          <p:nvPr>
            <p:ph idx="1"/>
            <p:extLst>
              <p:ext uri="{D42A27DB-BD31-4B8C-83A1-F6EECF244321}">
                <p14:modId xmlns:p14="http://schemas.microsoft.com/office/powerpoint/2010/main" val="1370745957"/>
              </p:ext>
            </p:extLst>
          </p:nvPr>
        </p:nvGraphicFramePr>
        <p:xfrm>
          <a:off x="621804" y="1844824"/>
          <a:ext cx="9675044"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223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17000"/>
                    </a14:imgEffect>
                    <a14:imgEffect>
                      <a14:colorTemperature colorTemp="8867"/>
                    </a14:imgEffect>
                    <a14:imgEffect>
                      <a14:saturation sat="400000"/>
                    </a14:imgEffect>
                    <a14:imgEffect>
                      <a14:brightnessContrast contrast="5000"/>
                    </a14:imgEffect>
                  </a14:imgLayer>
                </a14:imgProps>
              </a:ext>
            </a:extLst>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BBAB9-5C9F-DD63-4E1A-E170BD06E4A7}"/>
              </a:ext>
            </a:extLst>
          </p:cNvPr>
          <p:cNvSpPr>
            <a:spLocks noGrp="1"/>
          </p:cNvSpPr>
          <p:nvPr>
            <p:ph type="title"/>
          </p:nvPr>
        </p:nvSpPr>
        <p:spPr/>
        <p:txBody>
          <a:bodyPr/>
          <a:lstStyle/>
          <a:p>
            <a:r>
              <a:rPr lang="en-US" dirty="0"/>
              <a:t>Er diagram to understand it better:</a:t>
            </a:r>
            <a:endParaRPr lang="en-IN" dirty="0"/>
          </a:p>
        </p:txBody>
      </p:sp>
      <p:pic>
        <p:nvPicPr>
          <p:cNvPr id="4" name="Content Placeholder 3">
            <a:extLst>
              <a:ext uri="{FF2B5EF4-FFF2-40B4-BE49-F238E27FC236}">
                <a16:creationId xmlns:a16="http://schemas.microsoft.com/office/drawing/2014/main" id="{7BDABE7A-B8C7-209C-231D-2473DAAFDC1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133972" y="1916832"/>
            <a:ext cx="3878515" cy="4114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422908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DCBC-18AD-98E7-27E5-D0E07758D9FD}"/>
              </a:ext>
            </a:extLst>
          </p:cNvPr>
          <p:cNvSpPr>
            <a:spLocks noGrp="1"/>
          </p:cNvSpPr>
          <p:nvPr>
            <p:ph type="title"/>
          </p:nvPr>
        </p:nvSpPr>
        <p:spPr/>
        <p:txBody>
          <a:bodyPr/>
          <a:lstStyle/>
          <a:p>
            <a:r>
              <a:rPr lang="en-US" dirty="0"/>
              <a:t>Outcome of the project:</a:t>
            </a:r>
            <a:endParaRPr lang="en-IN" dirty="0"/>
          </a:p>
        </p:txBody>
      </p:sp>
      <p:sp>
        <p:nvSpPr>
          <p:cNvPr id="3" name="Content Placeholder 2">
            <a:extLst>
              <a:ext uri="{FF2B5EF4-FFF2-40B4-BE49-F238E27FC236}">
                <a16:creationId xmlns:a16="http://schemas.microsoft.com/office/drawing/2014/main" id="{3ABDF127-F8AB-076B-85C3-AEA3297DB13A}"/>
              </a:ext>
            </a:extLst>
          </p:cNvPr>
          <p:cNvSpPr>
            <a:spLocks noGrp="1"/>
          </p:cNvSpPr>
          <p:nvPr>
            <p:ph idx="1"/>
          </p:nvPr>
        </p:nvSpPr>
        <p:spPr>
          <a:xfrm>
            <a:off x="1522413" y="1916832"/>
            <a:ext cx="9134391" cy="4114801"/>
          </a:xfrm>
        </p:spPr>
        <p:txBody>
          <a:bodyPr>
            <a:normAutofit fontScale="62500" lnSpcReduction="20000"/>
          </a:bodyPr>
          <a:lstStyle/>
          <a:p>
            <a:pPr algn="just">
              <a:lnSpc>
                <a:spcPct val="160000"/>
              </a:lnSpc>
              <a:buFont typeface="Wingdings" panose="05000000000000000000" pitchFamily="2" charset="2"/>
              <a:buChar char="q"/>
            </a:pPr>
            <a:r>
              <a:rPr lang="en-US" dirty="0">
                <a:solidFill>
                  <a:schemeClr val="tx1"/>
                </a:solidFill>
              </a:rPr>
              <a:t>The outcome of a temperature converter depends on the input temperature and the units of measurement used in the conversion. Generally, temperature converters are used to convert temperatures between different units such as Celsius, Fahrenheit, and Kelvin.</a:t>
            </a:r>
          </a:p>
          <a:p>
            <a:pPr marL="0" indent="0" algn="just">
              <a:lnSpc>
                <a:spcPct val="160000"/>
              </a:lnSpc>
              <a:buNone/>
            </a:pPr>
            <a:endParaRPr lang="en-US" dirty="0">
              <a:solidFill>
                <a:schemeClr val="tx1"/>
              </a:solidFill>
            </a:endParaRPr>
          </a:p>
          <a:p>
            <a:pPr algn="just">
              <a:lnSpc>
                <a:spcPct val="160000"/>
              </a:lnSpc>
              <a:buFont typeface="Wingdings" panose="05000000000000000000" pitchFamily="2" charset="2"/>
              <a:buChar char="q"/>
            </a:pPr>
            <a:r>
              <a:rPr lang="en-US" dirty="0">
                <a:solidFill>
                  <a:schemeClr val="tx1"/>
                </a:solidFill>
              </a:rPr>
              <a:t>For example, if you input a temperature of 25 degrees Celsius into a temperature converter and select the option to convert it to Fahrenheit, the outcome would be 77 degrees Fahrenheit. Similarly, if you input a temperature of 32 degrees Fahrenheit and select the option to convert it to Celsius, the outcome would be 0 degrees Celsius.</a:t>
            </a:r>
            <a:endParaRPr lang="en-IN" dirty="0">
              <a:solidFill>
                <a:schemeClr val="tx1"/>
              </a:solidFill>
            </a:endParaRPr>
          </a:p>
          <a:p>
            <a:endParaRPr lang="en-IN" dirty="0"/>
          </a:p>
        </p:txBody>
      </p:sp>
    </p:spTree>
    <p:extLst>
      <p:ext uri="{BB962C8B-B14F-4D97-AF65-F5344CB8AC3E}">
        <p14:creationId xmlns:p14="http://schemas.microsoft.com/office/powerpoint/2010/main" val="2170462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47A4-EE4E-6267-BB34-C0A87E331FB3}"/>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DD24D24A-7D31-455A-A3CB-2B07E31711BB}"/>
              </a:ext>
            </a:extLst>
          </p:cNvPr>
          <p:cNvSpPr>
            <a:spLocks noGrp="1"/>
          </p:cNvSpPr>
          <p:nvPr>
            <p:ph idx="1"/>
          </p:nvPr>
        </p:nvSpPr>
        <p:spPr/>
        <p:txBody>
          <a:bodyPr>
            <a:normAutofit fontScale="55000" lnSpcReduction="20000"/>
          </a:bodyPr>
          <a:lstStyle/>
          <a:p>
            <a:pPr algn="just">
              <a:lnSpc>
                <a:spcPct val="170000"/>
              </a:lnSpc>
              <a:buFont typeface="Wingdings" panose="05000000000000000000" pitchFamily="2" charset="2"/>
              <a:buChar char="q"/>
            </a:pPr>
            <a:r>
              <a:rPr lang="en-US" sz="2400" dirty="0">
                <a:solidFill>
                  <a:schemeClr val="tx1"/>
                </a:solidFill>
              </a:rPr>
              <a:t>In conclusion, the Temperature Converter project aimed to develop a user-friendly application that enables users to convert temperatures from one unit to another.</a:t>
            </a:r>
          </a:p>
          <a:p>
            <a:pPr algn="just">
              <a:lnSpc>
                <a:spcPct val="170000"/>
              </a:lnSpc>
              <a:buFont typeface="Wingdings" panose="05000000000000000000" pitchFamily="2" charset="2"/>
              <a:buChar char="q"/>
            </a:pPr>
            <a:r>
              <a:rPr lang="en-US" sz="2400" dirty="0">
                <a:solidFill>
                  <a:schemeClr val="tx1"/>
                </a:solidFill>
              </a:rPr>
              <a:t> The project was successful in achieving its objective by providing users with a simple and intuitive interface that allows them to quickly convert temperatures between Celsius, Fahrenheit, and Kelvin.</a:t>
            </a:r>
          </a:p>
          <a:p>
            <a:pPr algn="just">
              <a:lnSpc>
                <a:spcPct val="170000"/>
              </a:lnSpc>
              <a:buFont typeface="Wingdings" panose="05000000000000000000" pitchFamily="2" charset="2"/>
              <a:buChar char="q"/>
            </a:pPr>
            <a:r>
              <a:rPr lang="en-US" sz="2400" dirty="0">
                <a:solidFill>
                  <a:schemeClr val="tx1"/>
                </a:solidFill>
              </a:rPr>
              <a:t>The development process involved using programming language Java. Overall, the Temperature Converter project serves as a useful tool for individuals who need to convert temperatures regularly. </a:t>
            </a:r>
          </a:p>
          <a:p>
            <a:pPr algn="just">
              <a:lnSpc>
                <a:spcPct val="170000"/>
              </a:lnSpc>
              <a:buFont typeface="Wingdings" panose="05000000000000000000" pitchFamily="2" charset="2"/>
              <a:buChar char="q"/>
            </a:pPr>
            <a:r>
              <a:rPr lang="en-US" sz="2400" dirty="0">
                <a:solidFill>
                  <a:schemeClr val="tx1"/>
                </a:solidFill>
              </a:rPr>
              <a:t>The application's simplicity and ease of use make it an excellent choice for those who want a hassle-free way of converting temperatures. As such, the Temperature Converter project is a valuable addition to the field of temperature conversion and can be used by anyone, anywhere, anytime.</a:t>
            </a:r>
            <a:endParaRPr lang="en-IN" sz="2400" dirty="0">
              <a:solidFill>
                <a:schemeClr val="tx1"/>
              </a:solidFill>
            </a:endParaRPr>
          </a:p>
          <a:p>
            <a:endParaRPr lang="en-IN" dirty="0"/>
          </a:p>
        </p:txBody>
      </p:sp>
    </p:spTree>
    <p:extLst>
      <p:ext uri="{BB962C8B-B14F-4D97-AF65-F5344CB8AC3E}">
        <p14:creationId xmlns:p14="http://schemas.microsoft.com/office/powerpoint/2010/main" val="311623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9E927-8104-742B-1488-0C8DE37F6CF6}"/>
              </a:ext>
            </a:extLst>
          </p:cNvPr>
          <p:cNvSpPr>
            <a:spLocks noGrp="1"/>
          </p:cNvSpPr>
          <p:nvPr>
            <p:ph type="title"/>
          </p:nvPr>
        </p:nvSpPr>
        <p:spPr/>
        <p:txBody>
          <a:bodyPr/>
          <a:lstStyle/>
          <a:p>
            <a:r>
              <a:rPr lang="en-US" dirty="0"/>
              <a:t>			     Thank You</a:t>
            </a:r>
            <a:endParaRPr lang="en-IN" dirty="0"/>
          </a:p>
        </p:txBody>
      </p:sp>
      <p:pic>
        <p:nvPicPr>
          <p:cNvPr id="5" name="Content Placeholder 4">
            <a:extLst>
              <a:ext uri="{FF2B5EF4-FFF2-40B4-BE49-F238E27FC236}">
                <a16:creationId xmlns:a16="http://schemas.microsoft.com/office/drawing/2014/main" id="{74A7B4A6-D112-D234-62C2-909F128C37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2250" y="1916113"/>
            <a:ext cx="4114800" cy="4114800"/>
          </a:xfrm>
        </p:spPr>
      </p:pic>
    </p:spTree>
    <p:extLst>
      <p:ext uri="{BB962C8B-B14F-4D97-AF65-F5344CB8AC3E}">
        <p14:creationId xmlns:p14="http://schemas.microsoft.com/office/powerpoint/2010/main" val="3523493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ue atom design templat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3">
          <a:schemeClr val="lt1"/>
        </a:lnRef>
        <a:fillRef idx="1">
          <a:schemeClr val="accent5"/>
        </a:fillRef>
        <a:effectRef idx="1">
          <a:schemeClr val="accent5"/>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Blue atom design slides.potx" id="{20958743-FA80-43E5-9586-B48EF2BE42B5}" vid="{6B9132C0-2E4C-4DF6-B21A-C2322474BD21}"/>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49C11C-71DC-49B6-ACD8-27E3AE088D14}">
  <ds:schemaRef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purl.org/dc/terms/"/>
    <ds:schemaRef ds:uri="40262f94-9f35-4ac3-9a90-690165a166b7"/>
    <ds:schemaRef ds:uri="a4f35948-e619-41b3-aa29-22878b09cfd2"/>
    <ds:schemaRef ds:uri="http://www.w3.org/XML/1998/namespace"/>
    <ds:schemaRef ds:uri="http://purl.org/dc/dcmitype/"/>
  </ds:schemaRefs>
</ds:datastoreItem>
</file>

<file path=customXml/itemProps2.xml><?xml version="1.0" encoding="utf-8"?>
<ds:datastoreItem xmlns:ds="http://schemas.openxmlformats.org/officeDocument/2006/customXml" ds:itemID="{0875BD71-4A33-4FB7-88CA-777C4D9E6EE5}">
  <ds:schemaRefs>
    <ds:schemaRef ds:uri="http://schemas.microsoft.com/sharepoint/v3/contenttype/forms"/>
  </ds:schemaRefs>
</ds:datastoreItem>
</file>

<file path=customXml/itemProps3.xml><?xml version="1.0" encoding="utf-8"?>
<ds:datastoreItem xmlns:ds="http://schemas.openxmlformats.org/officeDocument/2006/customXml" ds:itemID="{51F78577-2839-4BFF-9EC7-673BD8FEBD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Blue atom design slides</Template>
  <TotalTime>374</TotalTime>
  <Words>1645</Words>
  <Application>Microsoft Office PowerPoint</Application>
  <PresentationFormat>Custom</PresentationFormat>
  <Paragraphs>116</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Century Gothic</vt:lpstr>
      <vt:lpstr>Times New Roman</vt:lpstr>
      <vt:lpstr>Wingdings</vt:lpstr>
      <vt:lpstr>Blue atom design template</vt:lpstr>
      <vt:lpstr>   TITLE OF THE PROJECT:</vt:lpstr>
      <vt:lpstr>PRESENTED BY THE STUDENTS OF K21WB:</vt:lpstr>
      <vt:lpstr>Scope of this project:</vt:lpstr>
      <vt:lpstr>PROJECT DESCRIPTION</vt:lpstr>
      <vt:lpstr>PROJECT DESCRIPTION</vt:lpstr>
      <vt:lpstr>PROJECT DESCRIPTION</vt:lpstr>
      <vt:lpstr>PROJECT DESCRIPTION</vt:lpstr>
      <vt:lpstr>PROJECT DESCRIPTION</vt:lpstr>
      <vt:lpstr>PROJECT DESCRIPTION</vt:lpstr>
      <vt:lpstr>PROJECT DESCRIPTION</vt:lpstr>
      <vt:lpstr>PROJECT DESCRIPTION</vt:lpstr>
      <vt:lpstr>PROJECT DESCRIPTION</vt:lpstr>
      <vt:lpstr>PROJECT DESCRIPTION</vt:lpstr>
      <vt:lpstr>PROJECT DESCRIPTION</vt:lpstr>
      <vt:lpstr>Now lets look all these frames with the help of Smart Art:</vt:lpstr>
      <vt:lpstr>Er diagram to understand it better:</vt:lpstr>
      <vt:lpstr>Outcome of the project:</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TITLE OF THE PROJECT:</dc:title>
  <dc:creator>PRABHAT SHARMA</dc:creator>
  <cp:lastModifiedBy>PRABHAT SHARMA</cp:lastModifiedBy>
  <cp:revision>9</cp:revision>
  <dcterms:created xsi:type="dcterms:W3CDTF">2023-04-25T15:28:10Z</dcterms:created>
  <dcterms:modified xsi:type="dcterms:W3CDTF">2023-04-28T06:56:15Z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74069000</vt:r8>
  </property>
  <property fmtid="{D5CDD505-2E9C-101B-9397-08002B2CF9AE}" pid="3" name="HiddenCategoryTags">
    <vt:lpwstr/>
  </property>
  <property fmtid="{D5CDD505-2E9C-101B-9397-08002B2CF9AE}" pid="4" name="InternalTags">
    <vt:lpwstr/>
  </property>
  <property fmtid="{D5CDD505-2E9C-101B-9397-08002B2CF9AE}" pid="5" name="CategoryTags">
    <vt:lpwstr/>
  </property>
  <property fmtid="{D5CDD505-2E9C-101B-9397-08002B2CF9AE}" pid="6" name="Applications">
    <vt:lpwstr/>
  </property>
  <property fmtid="{D5CDD505-2E9C-101B-9397-08002B2CF9AE}" pid="7" name="CampaignTags">
    <vt:lpwstr/>
  </property>
  <property fmtid="{D5CDD505-2E9C-101B-9397-08002B2CF9AE}" pid="8" name="ScenarioTags">
    <vt:lpwstr/>
  </property>
  <property fmtid="{D5CDD505-2E9C-101B-9397-08002B2CF9AE}" pid="9" name="ContentTypeId">
    <vt:lpwstr>0x010100AA3F7D94069FF64A86F7DFF56D60E3BE</vt:lpwstr>
  </property>
  <property fmtid="{D5CDD505-2E9C-101B-9397-08002B2CF9AE}" pid="10" name="FeatureTags">
    <vt:lpwstr/>
  </property>
  <property fmtid="{D5CDD505-2E9C-101B-9397-08002B2CF9AE}" pid="11" name="LocalizationTags">
    <vt:lpwstr/>
  </property>
</Properties>
</file>